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</p:sldMasterIdLst>
  <p:notesMasterIdLst>
    <p:notesMasterId r:id="rId31"/>
  </p:notesMasterIdLst>
  <p:sldIdLst>
    <p:sldId id="276" r:id="rId5"/>
    <p:sldId id="277" r:id="rId6"/>
    <p:sldId id="278" r:id="rId7"/>
    <p:sldId id="279" r:id="rId8"/>
    <p:sldId id="282" r:id="rId9"/>
    <p:sldId id="288" r:id="rId10"/>
    <p:sldId id="296" r:id="rId11"/>
    <p:sldId id="289" r:id="rId12"/>
    <p:sldId id="301" r:id="rId13"/>
    <p:sldId id="306" r:id="rId14"/>
    <p:sldId id="302" r:id="rId15"/>
    <p:sldId id="259" r:id="rId16"/>
    <p:sldId id="307" r:id="rId17"/>
    <p:sldId id="265" r:id="rId18"/>
    <p:sldId id="303" r:id="rId19"/>
    <p:sldId id="308" r:id="rId20"/>
    <p:sldId id="290" r:id="rId21"/>
    <p:sldId id="267" r:id="rId22"/>
    <p:sldId id="300" r:id="rId23"/>
    <p:sldId id="305" r:id="rId24"/>
    <p:sldId id="264" r:id="rId25"/>
    <p:sldId id="268" r:id="rId26"/>
    <p:sldId id="272" r:id="rId27"/>
    <p:sldId id="304" r:id="rId28"/>
    <p:sldId id="273" r:id="rId29"/>
    <p:sldId id="270" r:id="rId30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(Both)" id="{B3D076A3-7FFC-344D-B2E4-14E9718DB61B}">
          <p14:sldIdLst>
            <p14:sldId id="276"/>
            <p14:sldId id="277"/>
            <p14:sldId id="278"/>
            <p14:sldId id="279"/>
            <p14:sldId id="282"/>
          </p14:sldIdLst>
        </p14:section>
        <p14:section name="Maester at Xbox and in the Community (Merill)" id="{4A640683-133D-41FE-9A77-324C168D226E}">
          <p14:sldIdLst>
            <p14:sldId id="288"/>
            <p14:sldId id="296"/>
            <p14:sldId id="289"/>
            <p14:sldId id="301"/>
            <p14:sldId id="306"/>
            <p14:sldId id="302"/>
            <p14:sldId id="259"/>
            <p14:sldId id="307"/>
            <p14:sldId id="265"/>
          </p14:sldIdLst>
        </p14:section>
        <p14:section name="Monitoring Your Policies as Tenant Invariants (Sam)" id="{DBF88157-815C-4749-8112-3FFBF9293006}">
          <p14:sldIdLst>
            <p14:sldId id="303"/>
            <p14:sldId id="308"/>
            <p14:sldId id="290"/>
            <p14:sldId id="267"/>
            <p14:sldId id="300"/>
            <p14:sldId id="305"/>
            <p14:sldId id="264"/>
            <p14:sldId id="268"/>
            <p14:sldId id="272"/>
          </p14:sldIdLst>
        </p14:section>
        <p14:section name="Closing (Merill)" id="{E80DD993-5920-433D-B03F-B0F6EF2D9C5E}">
          <p14:sldIdLst>
            <p14:sldId id="304"/>
            <p14:sldId id="273"/>
            <p14:sldId id="270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EA4C27-49F8-C561-C145-0E58237C639C}" name="Raeanne Nuzzo" initials="RN" userId="S::Raeanne.Nuzzo2@gartner.com::75d52bed-56de-4714-951d-3fb04caf28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532E"/>
    <a:srgbClr val="EE4534"/>
    <a:srgbClr val="E33934"/>
    <a:srgbClr val="060709"/>
    <a:srgbClr val="5729CF"/>
    <a:srgbClr val="64CCE5"/>
    <a:srgbClr val="300B41"/>
    <a:srgbClr val="FFFFFF"/>
    <a:srgbClr val="F0F0F0"/>
    <a:srgbClr val="E80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52950-4CF7-47D5-B156-4896AC953932}" v="1989" dt="2026-09-10T17:27:20.380"/>
  </p1510:revLst>
</p1510:revInfo>
</file>

<file path=ppt/tableStyles.xml><?xml version="1.0" encoding="utf-8"?>
<a:tblStyleLst xmlns:a="http://schemas.openxmlformats.org/drawingml/2006/main" def="{85BE263C-DBD7-4A20-BB59-AAB30ACAA65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299" autoAdjust="0"/>
  </p:normalViewPr>
  <p:slideViewPr>
    <p:cSldViewPr snapToGrid="0">
      <p:cViewPr varScale="1">
        <p:scale>
          <a:sx n="34" d="100"/>
          <a:sy n="34" d="100"/>
        </p:scale>
        <p:origin x="126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Erde" userId="9da316d4-e9ec-4138-9db9-744658e2b035" providerId="ADAL" clId="{7D3E50D5-4649-47BF-9A73-57639FDAFA31}"/>
    <pc:docChg chg="undo custSel addSld delSld modSld sldOrd addSection modSection modNotesMaster">
      <pc:chgData name="Sam Erde" userId="9da316d4-e9ec-4138-9db9-744658e2b035" providerId="ADAL" clId="{7D3E50D5-4649-47BF-9A73-57639FDAFA31}" dt="2026-09-10T15:38:01.801" v="10633" actId="2696"/>
      <pc:docMkLst>
        <pc:docMk/>
      </pc:docMkLst>
      <pc:sldChg chg="delSp mod modNotes modNotesTx">
        <pc:chgData name="Sam Erde" userId="9da316d4-e9ec-4138-9db9-744658e2b035" providerId="ADAL" clId="{7D3E50D5-4649-47BF-9A73-57639FDAFA31}" dt="2026-09-10T14:38:25.099" v="9612" actId="478"/>
        <pc:sldMkLst>
          <pc:docMk/>
          <pc:sldMk cId="0" sldId="259"/>
        </pc:sldMkLst>
        <pc:spChg chg="del">
          <ac:chgData name="Sam Erde" userId="9da316d4-e9ec-4138-9db9-744658e2b035" providerId="ADAL" clId="{7D3E50D5-4649-47BF-9A73-57639FDAFA31}" dt="2026-09-10T14:38:25.099" v="9612" actId="478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add del mod ord modShow modNotes modNotesTx">
        <pc:chgData name="Sam Erde" userId="9da316d4-e9ec-4138-9db9-744658e2b035" providerId="ADAL" clId="{7D3E50D5-4649-47BF-9A73-57639FDAFA31}" dt="2026-09-10T14:29:46.944" v="9604" actId="2696"/>
        <pc:sldMkLst>
          <pc:docMk/>
          <pc:sldMk cId="0" sldId="260"/>
        </pc:sldMkLst>
        <pc:spChg chg="add mod">
          <ac:chgData name="Sam Erde" userId="9da316d4-e9ec-4138-9db9-744658e2b035" providerId="ADAL" clId="{7D3E50D5-4649-47BF-9A73-57639FDAFA31}" dt="2026-09-10T09:35:13.862" v="8609" actId="6549"/>
          <ac:spMkLst>
            <pc:docMk/>
            <pc:sldMk cId="0" sldId="260"/>
            <ac:spMk id="11" creationId="{66241373-9A70-DE8A-57AE-6217154D6DCA}"/>
          </ac:spMkLst>
        </pc:spChg>
      </pc:sldChg>
      <pc:sldChg chg="addSp delSp modSp mod ord modClrScheme chgLayout modNotes modNotesTx">
        <pc:chgData name="Sam Erde" userId="9da316d4-e9ec-4138-9db9-744658e2b035" providerId="ADAL" clId="{7D3E50D5-4649-47BF-9A73-57639FDAFA31}" dt="2026-09-10T14:50:13.984" v="9693"/>
        <pc:sldMkLst>
          <pc:docMk/>
          <pc:sldMk cId="0" sldId="264"/>
        </pc:sldMkLst>
        <pc:spChg chg="mod ord">
          <ac:chgData name="Sam Erde" userId="9da316d4-e9ec-4138-9db9-744658e2b035" providerId="ADAL" clId="{7D3E50D5-4649-47BF-9A73-57639FDAFA31}" dt="2026-09-10T09:37:42.559" v="8624" actId="700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09:37:29.299" v="8616" actId="478"/>
          <ac:spMkLst>
            <pc:docMk/>
            <pc:sldMk cId="0" sldId="264"/>
            <ac:spMk id="3" creationId="{00000000-0000-0000-0000-000000000000}"/>
          </ac:spMkLst>
        </pc:spChg>
        <pc:spChg chg="add del mod ord">
          <ac:chgData name="Sam Erde" userId="9da316d4-e9ec-4138-9db9-744658e2b035" providerId="ADAL" clId="{7D3E50D5-4649-47BF-9A73-57639FDAFA31}" dt="2026-09-10T09:38:00.244" v="8626" actId="478"/>
          <ac:spMkLst>
            <pc:docMk/>
            <pc:sldMk cId="0" sldId="264"/>
            <ac:spMk id="4" creationId="{A03D0C59-EFBA-6294-E151-7132E942C86F}"/>
          </ac:spMkLst>
        </pc:spChg>
        <pc:grpChg chg="del mod">
          <ac:chgData name="Sam Erde" userId="9da316d4-e9ec-4138-9db9-744658e2b035" providerId="ADAL" clId="{7D3E50D5-4649-47BF-9A73-57639FDAFA31}" dt="2026-09-10T09:36:42.964" v="8611" actId="478"/>
          <ac:grpSpMkLst>
            <pc:docMk/>
            <pc:sldMk cId="0" sldId="264"/>
            <ac:grpSpMk id="20" creationId="{C54ADE66-7077-6B07-5D69-85645A6C4100}"/>
          </ac:grpSpMkLst>
        </pc:grpChg>
        <pc:picChg chg="mod ord">
          <ac:chgData name="Sam Erde" userId="9da316d4-e9ec-4138-9db9-744658e2b035" providerId="ADAL" clId="{7D3E50D5-4649-47BF-9A73-57639FDAFA31}" dt="2026-09-10T09:37:55.644" v="8625" actId="167"/>
          <ac:picMkLst>
            <pc:docMk/>
            <pc:sldMk cId="0" sldId="264"/>
            <ac:picMk id="23" creationId="{A3921F8D-306F-8AAA-D5B3-6790C710E9B1}"/>
          </ac:picMkLst>
        </pc:picChg>
      </pc:sldChg>
      <pc:sldChg chg="addSp delSp modSp mod ord modClrScheme chgLayout modNotes modNotesTx">
        <pc:chgData name="Sam Erde" userId="9da316d4-e9ec-4138-9db9-744658e2b035" providerId="ADAL" clId="{7D3E50D5-4649-47BF-9A73-57639FDAFA31}" dt="2026-09-10T10:01:45.305" v="9180" actId="1036"/>
        <pc:sldMkLst>
          <pc:docMk/>
          <pc:sldMk cId="0" sldId="265"/>
        </pc:sldMkLst>
        <pc:spChg chg="mod ord">
          <ac:chgData name="Sam Erde" userId="9da316d4-e9ec-4138-9db9-744658e2b035" providerId="ADAL" clId="{7D3E50D5-4649-47BF-9A73-57639FDAFA31}" dt="2026-09-10T09:54:17.289" v="9039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4:40.982" v="9042" actId="164"/>
          <ac:spMkLst>
            <pc:docMk/>
            <pc:sldMk cId="0" sldId="265"/>
            <ac:spMk id="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4:40.982" v="9042" actId="164"/>
          <ac:spMkLst>
            <pc:docMk/>
            <pc:sldMk cId="0" sldId="265"/>
            <ac:spMk id="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4:40.982" v="9042" actId="164"/>
          <ac:spMkLst>
            <pc:docMk/>
            <pc:sldMk cId="0" sldId="265"/>
            <ac:spMk id="6" creationId="{00000000-0000-0000-0000-000000000000}"/>
          </ac:spMkLst>
        </pc:spChg>
        <pc:spChg chg="add del mod">
          <ac:chgData name="Sam Erde" userId="9da316d4-e9ec-4138-9db9-744658e2b035" providerId="ADAL" clId="{7D3E50D5-4649-47BF-9A73-57639FDAFA31}" dt="2026-09-10T09:51:33.637" v="9021"/>
          <ac:spMkLst>
            <pc:docMk/>
            <pc:sldMk cId="0" sldId="265"/>
            <ac:spMk id="7" creationId="{C157C4CF-C76C-CF3A-51E1-7A7F5A8FC63C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2:05.417" v="9025" actId="164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1:48.627" v="9023" actId="164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1:48.627" v="9023" actId="164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1:41.620" v="9022" actId="164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5:39.281" v="9048" actId="165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53:33.997" v="9033" actId="20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0:01:45.305" v="9180" actId="1036"/>
          <ac:spMkLst>
            <pc:docMk/>
            <pc:sldMk cId="0" sldId="265"/>
            <ac:spMk id="26" creationId="{00000000-0000-0000-0000-000000000000}"/>
          </ac:spMkLst>
        </pc:spChg>
        <pc:spChg chg="add del mod ord">
          <ac:chgData name="Sam Erde" userId="9da316d4-e9ec-4138-9db9-744658e2b035" providerId="ADAL" clId="{7D3E50D5-4649-47BF-9A73-57639FDAFA31}" dt="2026-09-10T09:53:56.636" v="9035" actId="478"/>
          <ac:spMkLst>
            <pc:docMk/>
            <pc:sldMk cId="0" sldId="265"/>
            <ac:spMk id="28" creationId="{19793536-E0FB-0BC6-8567-B61CD687B149}"/>
          </ac:spMkLst>
        </pc:spChg>
        <pc:grpChg chg="add mod">
          <ac:chgData name="Sam Erde" userId="9da316d4-e9ec-4138-9db9-744658e2b035" providerId="ADAL" clId="{7D3E50D5-4649-47BF-9A73-57639FDAFA31}" dt="2026-09-10T09:57:17.013" v="9049" actId="164"/>
          <ac:grpSpMkLst>
            <pc:docMk/>
            <pc:sldMk cId="0" sldId="265"/>
            <ac:grpSpMk id="3" creationId="{378C3A99-FEB7-CFD6-A015-EBF56C9CE7A8}"/>
          </ac:grpSpMkLst>
        </pc:grpChg>
        <pc:grpChg chg="add mod">
          <ac:chgData name="Sam Erde" userId="9da316d4-e9ec-4138-9db9-744658e2b035" providerId="ADAL" clId="{7D3E50D5-4649-47BF-9A73-57639FDAFA31}" dt="2026-09-10T09:57:17.013" v="9049" actId="164"/>
          <ac:grpSpMkLst>
            <pc:docMk/>
            <pc:sldMk cId="0" sldId="265"/>
            <ac:grpSpMk id="8" creationId="{8C55AC43-6122-954C-0BBB-FB01CFE79256}"/>
          </ac:grpSpMkLst>
        </pc:grpChg>
        <pc:grpChg chg="add mod">
          <ac:chgData name="Sam Erde" userId="9da316d4-e9ec-4138-9db9-744658e2b035" providerId="ADAL" clId="{7D3E50D5-4649-47BF-9A73-57639FDAFA31}" dt="2026-09-10T09:57:17.013" v="9049" actId="164"/>
          <ac:grpSpMkLst>
            <pc:docMk/>
            <pc:sldMk cId="0" sldId="265"/>
            <ac:grpSpMk id="24" creationId="{86C85938-D82B-E77A-909C-F88C1C20207D}"/>
          </ac:grpSpMkLst>
        </pc:grpChg>
        <pc:grpChg chg="add mod">
          <ac:chgData name="Sam Erde" userId="9da316d4-e9ec-4138-9db9-744658e2b035" providerId="ADAL" clId="{7D3E50D5-4649-47BF-9A73-57639FDAFA31}" dt="2026-09-10T09:57:17.013" v="9049" actId="164"/>
          <ac:grpSpMkLst>
            <pc:docMk/>
            <pc:sldMk cId="0" sldId="265"/>
            <ac:grpSpMk id="25" creationId="{D1F01A5C-DE4D-0521-E374-FD0A7825A824}"/>
          </ac:grpSpMkLst>
        </pc:grpChg>
        <pc:grpChg chg="add mod">
          <ac:chgData name="Sam Erde" userId="9da316d4-e9ec-4138-9db9-744658e2b035" providerId="ADAL" clId="{7D3E50D5-4649-47BF-9A73-57639FDAFA31}" dt="2026-09-10T09:57:17.013" v="9049" actId="164"/>
          <ac:grpSpMkLst>
            <pc:docMk/>
            <pc:sldMk cId="0" sldId="265"/>
            <ac:grpSpMk id="27" creationId="{BD39041A-5450-8BA1-A58A-7CDE301720EB}"/>
          </ac:grpSpMkLst>
        </pc:grpChg>
        <pc:grpChg chg="add mod">
          <ac:chgData name="Sam Erde" userId="9da316d4-e9ec-4138-9db9-744658e2b035" providerId="ADAL" clId="{7D3E50D5-4649-47BF-9A73-57639FDAFA31}" dt="2026-09-10T09:57:32.838" v="9052" actId="12789"/>
          <ac:grpSpMkLst>
            <pc:docMk/>
            <pc:sldMk cId="0" sldId="265"/>
            <ac:grpSpMk id="29" creationId="{A48E4664-EE7C-B641-0CB4-27D7C3F8D6F9}"/>
          </ac:grpSpMkLst>
        </pc:grpChg>
        <pc:grpChg chg="add mod">
          <ac:chgData name="Sam Erde" userId="9da316d4-e9ec-4138-9db9-744658e2b035" providerId="ADAL" clId="{7D3E50D5-4649-47BF-9A73-57639FDAFA31}" dt="2026-09-10T09:55:35.569" v="9047" actId="14100"/>
          <ac:grpSpMkLst>
            <pc:docMk/>
            <pc:sldMk cId="0" sldId="265"/>
            <ac:grpSpMk id="30" creationId="{71555E51-32B7-7127-139D-CBD1D53BF28D}"/>
          </ac:grpSpMkLst>
        </pc:grpChg>
        <pc:grpChg chg="add mod">
          <ac:chgData name="Sam Erde" userId="9da316d4-e9ec-4138-9db9-744658e2b035" providerId="ADAL" clId="{7D3E50D5-4649-47BF-9A73-57639FDAFA31}" dt="2026-09-10T10:01:29.432" v="9175" actId="14100"/>
          <ac:grpSpMkLst>
            <pc:docMk/>
            <pc:sldMk cId="0" sldId="265"/>
            <ac:grpSpMk id="31" creationId="{8939132E-7F3B-4C45-21B4-1CBC44101F0E}"/>
          </ac:grpSpMkLst>
        </pc:grpChg>
      </pc:sldChg>
      <pc:sldChg chg="addSp delSp modSp mod modClrScheme chgLayout modNotes modNotesTx">
        <pc:chgData name="Sam Erde" userId="9da316d4-e9ec-4138-9db9-744658e2b035" providerId="ADAL" clId="{7D3E50D5-4649-47BF-9A73-57639FDAFA31}" dt="2026-09-10T10:15:21.280" v="9516" actId="313"/>
        <pc:sldMkLst>
          <pc:docMk/>
          <pc:sldMk cId="0" sldId="267"/>
        </pc:sldMkLst>
        <pc:spChg chg="mod or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2" creationId="{00000000-0000-0000-0000-000000000000}"/>
          </ac:spMkLst>
        </pc:spChg>
        <pc:spChg chg="add mod">
          <ac:chgData name="Sam Erde" userId="9da316d4-e9ec-4138-9db9-744658e2b035" providerId="ADAL" clId="{7D3E50D5-4649-47BF-9A73-57639FDAFA31}" dt="2026-09-10T10:08:49.008" v="9303" actId="14100"/>
          <ac:spMkLst>
            <pc:docMk/>
            <pc:sldMk cId="0" sldId="267"/>
            <ac:spMk id="3" creationId="{04E6FD34-A0B1-2AA1-60DE-994B79E0D4C2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8:26:49.749" v="3730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03:19:02.919" v="2147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8:28:28.045" v="3738" actId="108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8:29:10.768" v="3744" actId="20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8:29:32.388" v="3749" actId="2057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1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12.620" v="3652" actId="2711"/>
          <ac:spMkLst>
            <pc:docMk/>
            <pc:sldMk cId="0" sldId="267"/>
            <ac:spMk id="20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0:07:57.732" v="9288" actId="478"/>
          <ac:spMkLst>
            <pc:docMk/>
            <pc:sldMk cId="0" sldId="267"/>
            <ac:spMk id="21" creationId="{00000000-0000-0000-0000-000000000000}"/>
          </ac:spMkLst>
        </pc:spChg>
        <pc:spChg chg="add mod">
          <ac:chgData name="Sam Erde" userId="9da316d4-e9ec-4138-9db9-744658e2b035" providerId="ADAL" clId="{7D3E50D5-4649-47BF-9A73-57639FDAFA31}" dt="2026-09-03T18:28:54.624" v="3743" actId="1076"/>
          <ac:spMkLst>
            <pc:docMk/>
            <pc:sldMk cId="0" sldId="267"/>
            <ac:spMk id="26" creationId="{64DA5B70-2ED2-A092-899F-9CABC8F3016D}"/>
          </ac:spMkLst>
        </pc:spChg>
        <pc:spChg chg="add mod">
          <ac:chgData name="Sam Erde" userId="9da316d4-e9ec-4138-9db9-744658e2b035" providerId="ADAL" clId="{7D3E50D5-4649-47BF-9A73-57639FDAFA31}" dt="2026-09-03T18:29:42.108" v="3751" actId="20577"/>
          <ac:spMkLst>
            <pc:docMk/>
            <pc:sldMk cId="0" sldId="267"/>
            <ac:spMk id="28" creationId="{8984E7DC-F82C-B7B0-1ABA-2E162BFB2963}"/>
          </ac:spMkLst>
        </pc:spChg>
        <pc:spChg chg="add mod">
          <ac:chgData name="Sam Erde" userId="9da316d4-e9ec-4138-9db9-744658e2b035" providerId="ADAL" clId="{7D3E50D5-4649-47BF-9A73-57639FDAFA31}" dt="2026-09-03T19:25:07.902" v="3775" actId="20577"/>
          <ac:spMkLst>
            <pc:docMk/>
            <pc:sldMk cId="0" sldId="267"/>
            <ac:spMk id="30" creationId="{B3917D3C-FFB8-8423-83DD-4FDF3876F460}"/>
          </ac:spMkLst>
        </pc:spChg>
        <pc:spChg chg="add mod">
          <ac:chgData name="Sam Erde" userId="9da316d4-e9ec-4138-9db9-744658e2b035" providerId="ADAL" clId="{7D3E50D5-4649-47BF-9A73-57639FDAFA31}" dt="2026-09-03T19:25:43.368" v="3861" actId="20577"/>
          <ac:spMkLst>
            <pc:docMk/>
            <pc:sldMk cId="0" sldId="267"/>
            <ac:spMk id="32" creationId="{AA17AFAB-84BA-D64A-F080-6043ABAA28E8}"/>
          </ac:spMkLst>
        </pc:spChg>
        <pc:spChg chg="add mod">
          <ac:chgData name="Sam Erde" userId="9da316d4-e9ec-4138-9db9-744658e2b035" providerId="ADAL" clId="{7D3E50D5-4649-47BF-9A73-57639FDAFA31}" dt="2026-09-03T18:28:54.624" v="3743" actId="1076"/>
          <ac:spMkLst>
            <pc:docMk/>
            <pc:sldMk cId="0" sldId="267"/>
            <ac:spMk id="34" creationId="{A2AC3F96-CFD2-5C7E-BD04-5219B06CD543}"/>
          </ac:spMkLst>
        </pc:spChg>
        <pc:spChg chg="add mod">
          <ac:chgData name="Sam Erde" userId="9da316d4-e9ec-4138-9db9-744658e2b035" providerId="ADAL" clId="{7D3E50D5-4649-47BF-9A73-57639FDAFA31}" dt="2026-09-03T18:29:45.670" v="3753" actId="20577"/>
          <ac:spMkLst>
            <pc:docMk/>
            <pc:sldMk cId="0" sldId="267"/>
            <ac:spMk id="36" creationId="{04DB0778-F378-A617-D8E1-0A559BEF64B2}"/>
          </ac:spMkLst>
        </pc:spChg>
        <pc:spChg chg="add mod">
          <ac:chgData name="Sam Erde" userId="9da316d4-e9ec-4138-9db9-744658e2b035" providerId="ADAL" clId="{7D3E50D5-4649-47BF-9A73-57639FDAFA31}" dt="2026-09-03T19:28:32.661" v="3895" actId="14100"/>
          <ac:spMkLst>
            <pc:docMk/>
            <pc:sldMk cId="0" sldId="267"/>
            <ac:spMk id="38" creationId="{A83E47CE-185A-19BC-DC77-E5D1FFBEF4E4}"/>
          </ac:spMkLst>
        </pc:spChg>
        <pc:spChg chg="add mod">
          <ac:chgData name="Sam Erde" userId="9da316d4-e9ec-4138-9db9-744658e2b035" providerId="ADAL" clId="{7D3E50D5-4649-47BF-9A73-57639FDAFA31}" dt="2026-09-03T19:29:07.031" v="3977" actId="20577"/>
          <ac:spMkLst>
            <pc:docMk/>
            <pc:sldMk cId="0" sldId="267"/>
            <ac:spMk id="40" creationId="{95EAB95B-6A15-7C33-57A2-288C24DF2D8B}"/>
          </ac:spMkLst>
        </pc:spChg>
      </pc:sldChg>
      <pc:sldChg chg="delSp modSp mod ord modShow modNotes modNotesTx">
        <pc:chgData name="Sam Erde" userId="9da316d4-e9ec-4138-9db9-744658e2b035" providerId="ADAL" clId="{7D3E50D5-4649-47BF-9A73-57639FDAFA31}" dt="2026-09-10T14:52:47.826" v="9730" actId="20577"/>
        <pc:sldMkLst>
          <pc:docMk/>
          <pc:sldMk cId="0" sldId="268"/>
        </pc:sldMkLst>
        <pc:spChg chg="mod">
          <ac:chgData name="Sam Erde" userId="9da316d4-e9ec-4138-9db9-744658e2b035" providerId="ADAL" clId="{7D3E50D5-4649-47BF-9A73-57639FDAFA31}" dt="2026-09-08T22:51:50.391" v="6493" actId="20577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0:28:49.666" v="9601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8T22:52:28.611" v="6556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22.706" v="3653" actId="2711"/>
          <ac:spMkLst>
            <pc:docMk/>
            <pc:sldMk cId="0" sldId="268"/>
            <ac:spMk id="17" creationId="{00000000-0000-0000-0000-000000000000}"/>
          </ac:spMkLst>
        </pc:spChg>
      </pc:sldChg>
      <pc:sldChg chg="addSp delSp modSp mod ord modClrScheme modShow chgLayout modNotes modNotesTx">
        <pc:chgData name="Sam Erde" userId="9da316d4-e9ec-4138-9db9-744658e2b035" providerId="ADAL" clId="{7D3E50D5-4649-47BF-9A73-57639FDAFA31}" dt="2026-09-10T14:57:49.667" v="9853" actId="1076"/>
        <pc:sldMkLst>
          <pc:docMk/>
          <pc:sldMk cId="0" sldId="270"/>
        </pc:sldMkLst>
        <pc:spChg chg="mod ord">
          <ac:chgData name="Sam Erde" userId="9da316d4-e9ec-4138-9db9-744658e2b035" providerId="ADAL" clId="{7D3E50D5-4649-47BF-9A73-57639FDAFA31}" dt="2026-09-10T14:57:49.667" v="9853" actId="1076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4:15.183" v="9756" actId="478"/>
          <ac:spMkLst>
            <pc:docMk/>
            <pc:sldMk cId="0" sldId="270"/>
            <ac:spMk id="3" creationId="{00000000-0000-0000-0000-000000000000}"/>
          </ac:spMkLst>
        </pc:spChg>
        <pc:spChg chg="del mod topLvl">
          <ac:chgData name="Sam Erde" userId="9da316d4-e9ec-4138-9db9-744658e2b035" providerId="ADAL" clId="{7D3E50D5-4649-47BF-9A73-57639FDAFA31}" dt="2026-09-10T14:55:34.970" v="9762" actId="478"/>
          <ac:spMkLst>
            <pc:docMk/>
            <pc:sldMk cId="0" sldId="270"/>
            <ac:spMk id="5" creationId="{A52277FD-A578-0254-CFC0-232E24B03C4C}"/>
          </ac:spMkLst>
        </pc:spChg>
        <pc:spChg chg="add del mod">
          <ac:chgData name="Sam Erde" userId="9da316d4-e9ec-4138-9db9-744658e2b035" providerId="ADAL" clId="{7D3E50D5-4649-47BF-9A73-57639FDAFA31}" dt="2026-09-10T14:55:10.536" v="9759" actId="478"/>
          <ac:spMkLst>
            <pc:docMk/>
            <pc:sldMk cId="0" sldId="270"/>
            <ac:spMk id="6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5:10.536" v="9759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5:10.536" v="9759" actId="478"/>
          <ac:spMkLst>
            <pc:docMk/>
            <pc:sldMk cId="0" sldId="270"/>
            <ac:spMk id="8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5:10.536" v="9759" actId="478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5:10.536" v="9759" actId="478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5:10.536" v="9759" actId="478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4:56:08.640" v="9765" actId="207"/>
          <ac:spMkLst>
            <pc:docMk/>
            <pc:sldMk cId="0" sldId="270"/>
            <ac:spMk id="14" creationId="{E6F2376B-3569-3754-818B-923FD8FB8D62}"/>
          </ac:spMkLst>
        </pc:spChg>
        <pc:spChg chg="mod">
          <ac:chgData name="Sam Erde" userId="9da316d4-e9ec-4138-9db9-744658e2b035" providerId="ADAL" clId="{7D3E50D5-4649-47BF-9A73-57639FDAFA31}" dt="2026-09-10T14:55:21.968" v="9760"/>
          <ac:spMkLst>
            <pc:docMk/>
            <pc:sldMk cId="0" sldId="270"/>
            <ac:spMk id="15" creationId="{3199EE15-4DBE-5098-6F1E-AFD488040E44}"/>
          </ac:spMkLst>
        </pc:spChg>
        <pc:spChg chg="mod">
          <ac:chgData name="Sam Erde" userId="9da316d4-e9ec-4138-9db9-744658e2b035" providerId="ADAL" clId="{7D3E50D5-4649-47BF-9A73-57639FDAFA31}" dt="2026-09-10T14:56:12.190" v="9766" actId="207"/>
          <ac:spMkLst>
            <pc:docMk/>
            <pc:sldMk cId="0" sldId="270"/>
            <ac:spMk id="17" creationId="{AEFB0E5F-C3A5-5740-B354-DD9FEFCF27AF}"/>
          </ac:spMkLst>
        </pc:spChg>
        <pc:spChg chg="mod">
          <ac:chgData name="Sam Erde" userId="9da316d4-e9ec-4138-9db9-744658e2b035" providerId="ADAL" clId="{7D3E50D5-4649-47BF-9A73-57639FDAFA31}" dt="2026-09-10T14:55:21.968" v="9760"/>
          <ac:spMkLst>
            <pc:docMk/>
            <pc:sldMk cId="0" sldId="270"/>
            <ac:spMk id="18" creationId="{72776D50-5822-70D3-0C8B-F6B1A66E6110}"/>
          </ac:spMkLst>
        </pc:spChg>
        <pc:spChg chg="add del mod ord">
          <ac:chgData name="Sam Erde" userId="9da316d4-e9ec-4138-9db9-744658e2b035" providerId="ADAL" clId="{7D3E50D5-4649-47BF-9A73-57639FDAFA31}" dt="2026-09-10T14:57:32.623" v="9851" actId="22"/>
          <ac:spMkLst>
            <pc:docMk/>
            <pc:sldMk cId="0" sldId="270"/>
            <ac:spMk id="19" creationId="{CBB7583A-DD40-5CC4-817B-8511DE241066}"/>
          </ac:spMkLst>
        </pc:spChg>
        <pc:grpChg chg="add del mod">
          <ac:chgData name="Sam Erde" userId="9da316d4-e9ec-4138-9db9-744658e2b035" providerId="ADAL" clId="{7D3E50D5-4649-47BF-9A73-57639FDAFA31}" dt="2026-09-10T14:55:34.970" v="9762" actId="478"/>
          <ac:grpSpMkLst>
            <pc:docMk/>
            <pc:sldMk cId="0" sldId="270"/>
            <ac:grpSpMk id="4" creationId="{7A342DE1-4702-C5DC-8F27-D6CAE96AA4A6}"/>
          </ac:grpSpMkLst>
        </pc:grpChg>
        <pc:grpChg chg="add mod">
          <ac:chgData name="Sam Erde" userId="9da316d4-e9ec-4138-9db9-744658e2b035" providerId="ADAL" clId="{7D3E50D5-4649-47BF-9A73-57639FDAFA31}" dt="2026-09-10T14:56:54.349" v="9846" actId="1037"/>
          <ac:grpSpMkLst>
            <pc:docMk/>
            <pc:sldMk cId="0" sldId="270"/>
            <ac:grpSpMk id="13" creationId="{F0B47EDF-FF1D-5DF1-F380-55D5FA29C02D}"/>
          </ac:grpSpMkLst>
        </pc:grpChg>
        <pc:grpChg chg="add mod">
          <ac:chgData name="Sam Erde" userId="9da316d4-e9ec-4138-9db9-744658e2b035" providerId="ADAL" clId="{7D3E50D5-4649-47BF-9A73-57639FDAFA31}" dt="2026-09-10T14:56:54.349" v="9846" actId="1037"/>
          <ac:grpSpMkLst>
            <pc:docMk/>
            <pc:sldMk cId="0" sldId="270"/>
            <ac:grpSpMk id="16" creationId="{32E2E063-8CB1-8A30-951F-19FAFA9983E2}"/>
          </ac:grpSpMkLst>
        </pc:grpChg>
        <pc:picChg chg="del mod topLvl">
          <ac:chgData name="Sam Erde" userId="9da316d4-e9ec-4138-9db9-744658e2b035" providerId="ADAL" clId="{7D3E50D5-4649-47BF-9A73-57639FDAFA31}" dt="2026-09-10T14:57:36.482" v="9852" actId="478"/>
          <ac:picMkLst>
            <pc:docMk/>
            <pc:sldMk cId="0" sldId="270"/>
            <ac:picMk id="12" creationId="{4076066D-6442-FD03-59FA-D1FF2E028CE5}"/>
          </ac:picMkLst>
        </pc:picChg>
        <pc:picChg chg="add mod ord">
          <ac:chgData name="Sam Erde" userId="9da316d4-e9ec-4138-9db9-744658e2b035" providerId="ADAL" clId="{7D3E50D5-4649-47BF-9A73-57639FDAFA31}" dt="2026-09-10T14:57:32.623" v="9851" actId="22"/>
          <ac:picMkLst>
            <pc:docMk/>
            <pc:sldMk cId="0" sldId="270"/>
            <ac:picMk id="21" creationId="{9EAD8B0A-192D-7CBD-3A96-4924E0BFE358}"/>
          </ac:picMkLst>
        </pc:picChg>
      </pc:sldChg>
      <pc:sldChg chg="addSp delSp modSp del mod ord modShow modNotes modNotesTx">
        <pc:chgData name="Sam Erde" userId="9da316d4-e9ec-4138-9db9-744658e2b035" providerId="ADAL" clId="{7D3E50D5-4649-47BF-9A73-57639FDAFA31}" dt="2026-09-10T14:30:35.017" v="9605" actId="2696"/>
        <pc:sldMkLst>
          <pc:docMk/>
          <pc:sldMk cId="0" sldId="271"/>
        </pc:sldMkLst>
      </pc:sldChg>
      <pc:sldChg chg="addSp delSp modSp mod ord modClrScheme chgLayout modNotes modNotesTx">
        <pc:chgData name="Sam Erde" userId="9da316d4-e9ec-4138-9db9-744658e2b035" providerId="ADAL" clId="{7D3E50D5-4649-47BF-9A73-57639FDAFA31}" dt="2026-09-10T15:37:52.210" v="10632" actId="478"/>
        <pc:sldMkLst>
          <pc:docMk/>
          <pc:sldMk cId="0" sldId="272"/>
        </pc:sldMkLst>
        <pc:spChg chg="del mod ord">
          <ac:chgData name="Sam Erde" userId="9da316d4-e9ec-4138-9db9-744658e2b035" providerId="ADAL" clId="{7D3E50D5-4649-47BF-9A73-57639FDAFA31}" dt="2026-09-10T15:35:59.465" v="10617" actId="478"/>
          <ac:spMkLst>
            <pc:docMk/>
            <pc:sldMk cId="0" sldId="272"/>
            <ac:spMk id="2" creationId="{00000000-0000-0000-0000-000000000000}"/>
          </ac:spMkLst>
        </pc:spChg>
        <pc:spChg chg="add del mod ord">
          <ac:chgData name="Sam Erde" userId="9da316d4-e9ec-4138-9db9-744658e2b035" providerId="ADAL" clId="{7D3E50D5-4649-47BF-9A73-57639FDAFA31}" dt="2026-09-10T15:35:55.682" v="10616" actId="478"/>
          <ac:spMkLst>
            <pc:docMk/>
            <pc:sldMk cId="0" sldId="272"/>
            <ac:spMk id="3" creationId="{4C5E17E5-2743-E875-D77F-54FE5DCB46D5}"/>
          </ac:spMkLst>
        </pc:spChg>
        <pc:spChg chg="mod">
          <ac:chgData name="Sam Erde" userId="9da316d4-e9ec-4138-9db9-744658e2b035" providerId="ADAL" clId="{7D3E50D5-4649-47BF-9A73-57639FDAFA31}" dt="2026-09-10T15:37:49.414" v="10631" actId="1076"/>
          <ac:spMkLst>
            <pc:docMk/>
            <pc:sldMk cId="0" sldId="272"/>
            <ac:spMk id="4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6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7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8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11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12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4:51:57.034" v="9698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5:37:52.210" v="10632" actId="478"/>
          <ac:spMkLst>
            <pc:docMk/>
            <pc:sldMk cId="0" sldId="272"/>
            <ac:spMk id="14" creationId="{00000000-0000-0000-0000-000000000000}"/>
          </ac:spMkLst>
        </pc:spChg>
        <pc:spChg chg="add del mod">
          <ac:chgData name="Sam Erde" userId="9da316d4-e9ec-4138-9db9-744658e2b035" providerId="ADAL" clId="{7D3E50D5-4649-47BF-9A73-57639FDAFA31}" dt="2026-09-10T15:36:01.749" v="10618" actId="478"/>
          <ac:spMkLst>
            <pc:docMk/>
            <pc:sldMk cId="0" sldId="272"/>
            <ac:spMk id="15" creationId="{A450BD01-865F-A011-66F0-F3C325B448AA}"/>
          </ac:spMkLst>
        </pc:spChg>
      </pc:sldChg>
      <pc:sldChg chg="addSp delSp modSp mod modNotes modNotesTx">
        <pc:chgData name="Sam Erde" userId="9da316d4-e9ec-4138-9db9-744658e2b035" providerId="ADAL" clId="{7D3E50D5-4649-47BF-9A73-57639FDAFA31}" dt="2026-09-10T14:58:49.920" v="9885" actId="20577"/>
        <pc:sldMkLst>
          <pc:docMk/>
          <pc:sldMk cId="0" sldId="273"/>
        </pc:sldMkLst>
        <pc:spChg chg="mod">
          <ac:chgData name="Sam Erde" userId="9da316d4-e9ec-4138-9db9-744658e2b035" providerId="ADAL" clId="{7D3E50D5-4649-47BF-9A73-57639FDAFA31}" dt="2026-09-03T11:25:39.505" v="3043" actId="14100"/>
          <ac:spMkLst>
            <pc:docMk/>
            <pc:sldMk cId="0" sldId="273"/>
            <ac:spMk id="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6" creationId="{00000000-0000-0000-0000-000000000000}"/>
          </ac:spMkLst>
        </pc:spChg>
        <pc:spChg chg="add del 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00:16:05.289" v="35" actId="20577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1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15" creationId="{00000000-0000-0000-0000-000000000000}"/>
          </ac:spMkLst>
        </pc:spChg>
        <pc:spChg chg="add mod">
          <ac:chgData name="Sam Erde" userId="9da316d4-e9ec-4138-9db9-744658e2b035" providerId="ADAL" clId="{7D3E50D5-4649-47BF-9A73-57639FDAFA31}" dt="2026-09-03T12:39:42.964" v="3656" actId="2711"/>
          <ac:spMkLst>
            <pc:docMk/>
            <pc:sldMk cId="0" sldId="273"/>
            <ac:spMk id="19" creationId="{F0160BB0-6262-7D95-C68A-E94556CC19EE}"/>
          </ac:spMkLst>
        </pc:spChg>
      </pc:sldChg>
      <pc:sldChg chg="add">
        <pc:chgData name="Sam Erde" userId="9da316d4-e9ec-4138-9db9-744658e2b035" providerId="ADAL" clId="{7D3E50D5-4649-47BF-9A73-57639FDAFA31}" dt="2026-09-02T23:57:29.687" v="0"/>
        <pc:sldMkLst>
          <pc:docMk/>
          <pc:sldMk cId="1084352093" sldId="276"/>
        </pc:sldMkLst>
      </pc:sldChg>
      <pc:sldChg chg="modSp add mod modNotes modNotesTx">
        <pc:chgData name="Sam Erde" userId="9da316d4-e9ec-4138-9db9-744658e2b035" providerId="ADAL" clId="{7D3E50D5-4649-47BF-9A73-57639FDAFA31}" dt="2026-09-10T15:02:27.428" v="9910" actId="20577"/>
        <pc:sldMkLst>
          <pc:docMk/>
          <pc:sldMk cId="0" sldId="277"/>
        </pc:sldMkLst>
        <pc:spChg chg="mod">
          <ac:chgData name="Sam Erde" userId="9da316d4-e9ec-4138-9db9-744658e2b035" providerId="ADAL" clId="{7D3E50D5-4649-47BF-9A73-57639FDAFA31}" dt="2026-09-09T17:21:21.293" v="6583" actId="6549"/>
          <ac:spMkLst>
            <pc:docMk/>
            <pc:sldMk cId="0" sldId="277"/>
            <ac:spMk id="18" creationId="{5B311996-8D29-6735-48C5-784A459E7601}"/>
          </ac:spMkLst>
        </pc:spChg>
        <pc:spChg chg="mod">
          <ac:chgData name="Sam Erde" userId="9da316d4-e9ec-4138-9db9-744658e2b035" providerId="ADAL" clId="{7D3E50D5-4649-47BF-9A73-57639FDAFA31}" dt="2026-09-09T17:21:34.054" v="6584" actId="255"/>
          <ac:spMkLst>
            <pc:docMk/>
            <pc:sldMk cId="0" sldId="277"/>
            <ac:spMk id="19" creationId="{07C6737B-19D1-6A40-BA18-FFACEE404969}"/>
          </ac:spMkLst>
        </pc:spChg>
      </pc:sldChg>
      <pc:sldChg chg="modSp add mod">
        <pc:chgData name="Sam Erde" userId="9da316d4-e9ec-4138-9db9-744658e2b035" providerId="ADAL" clId="{7D3E50D5-4649-47BF-9A73-57639FDAFA31}" dt="2026-09-03T12:37:46.864" v="3647" actId="2711"/>
        <pc:sldMkLst>
          <pc:docMk/>
          <pc:sldMk cId="2804117843" sldId="278"/>
        </pc:sldMkLst>
        <pc:spChg chg="mod">
          <ac:chgData name="Sam Erde" userId="9da316d4-e9ec-4138-9db9-744658e2b035" providerId="ADAL" clId="{7D3E50D5-4649-47BF-9A73-57639FDAFA31}" dt="2026-09-03T12:37:46.864" v="3647" actId="2711"/>
          <ac:spMkLst>
            <pc:docMk/>
            <pc:sldMk cId="2804117843" sldId="278"/>
            <ac:spMk id="4" creationId="{393BB0F2-6725-F67E-C3CD-1604F950D43E}"/>
          </ac:spMkLst>
        </pc:spChg>
        <pc:spChg chg="mod">
          <ac:chgData name="Sam Erde" userId="9da316d4-e9ec-4138-9db9-744658e2b035" providerId="ADAL" clId="{7D3E50D5-4649-47BF-9A73-57639FDAFA31}" dt="2026-09-03T12:37:46.864" v="3647" actId="2711"/>
          <ac:spMkLst>
            <pc:docMk/>
            <pc:sldMk cId="2804117843" sldId="278"/>
            <ac:spMk id="5" creationId="{24BC2867-7F81-4381-94FD-0C4D2A63B8DD}"/>
          </ac:spMkLst>
        </pc:spChg>
        <pc:spChg chg="mod">
          <ac:chgData name="Sam Erde" userId="9da316d4-e9ec-4138-9db9-744658e2b035" providerId="ADAL" clId="{7D3E50D5-4649-47BF-9A73-57639FDAFA31}" dt="2026-09-03T12:37:46.864" v="3647" actId="2711"/>
          <ac:spMkLst>
            <pc:docMk/>
            <pc:sldMk cId="2804117843" sldId="278"/>
            <ac:spMk id="9" creationId="{0123556E-564C-ED1D-C313-4FFDC1886999}"/>
          </ac:spMkLst>
        </pc:spChg>
        <pc:spChg chg="mod">
          <ac:chgData name="Sam Erde" userId="9da316d4-e9ec-4138-9db9-744658e2b035" providerId="ADAL" clId="{7D3E50D5-4649-47BF-9A73-57639FDAFA31}" dt="2026-09-03T12:37:46.864" v="3647" actId="2711"/>
          <ac:spMkLst>
            <pc:docMk/>
            <pc:sldMk cId="2804117843" sldId="278"/>
            <ac:spMk id="10" creationId="{F4F637E0-3796-C86E-9A53-24739F71589D}"/>
          </ac:spMkLst>
        </pc:spChg>
        <pc:spChg chg="mod">
          <ac:chgData name="Sam Erde" userId="9da316d4-e9ec-4138-9db9-744658e2b035" providerId="ADAL" clId="{7D3E50D5-4649-47BF-9A73-57639FDAFA31}" dt="2026-09-03T12:37:46.864" v="3647" actId="2711"/>
          <ac:spMkLst>
            <pc:docMk/>
            <pc:sldMk cId="2804117843" sldId="278"/>
            <ac:spMk id="13" creationId="{DCA89121-E0CF-847A-393E-8FF69BD09929}"/>
          </ac:spMkLst>
        </pc:spChg>
        <pc:spChg chg="mod">
          <ac:chgData name="Sam Erde" userId="9da316d4-e9ec-4138-9db9-744658e2b035" providerId="ADAL" clId="{7D3E50D5-4649-47BF-9A73-57639FDAFA31}" dt="2026-09-03T12:37:46.864" v="3647" actId="2711"/>
          <ac:spMkLst>
            <pc:docMk/>
            <pc:sldMk cId="2804117843" sldId="278"/>
            <ac:spMk id="14" creationId="{22B61F7B-73E5-56F0-4939-080041B7CAB7}"/>
          </ac:spMkLst>
        </pc:spChg>
      </pc:sldChg>
      <pc:sldChg chg="addSp delSp modSp add mod modNotesTx">
        <pc:chgData name="Sam Erde" userId="9da316d4-e9ec-4138-9db9-744658e2b035" providerId="ADAL" clId="{7D3E50D5-4649-47BF-9A73-57639FDAFA31}" dt="2026-09-10T15:05:58.881" v="9912" actId="207"/>
        <pc:sldMkLst>
          <pc:docMk/>
          <pc:sldMk cId="2836807485" sldId="279"/>
        </pc:sldMkLst>
        <pc:spChg chg="mod">
          <ac:chgData name="Sam Erde" userId="9da316d4-e9ec-4138-9db9-744658e2b035" providerId="ADAL" clId="{7D3E50D5-4649-47BF-9A73-57639FDAFA31}" dt="2026-09-03T12:37:39.607" v="3646" actId="2711"/>
          <ac:spMkLst>
            <pc:docMk/>
            <pc:sldMk cId="2836807485" sldId="279"/>
            <ac:spMk id="4" creationId="{393BB0F2-6725-F67E-C3CD-1604F950D43E}"/>
          </ac:spMkLst>
        </pc:spChg>
        <pc:spChg chg="mod">
          <ac:chgData name="Sam Erde" userId="9da316d4-e9ec-4138-9db9-744658e2b035" providerId="ADAL" clId="{7D3E50D5-4649-47BF-9A73-57639FDAFA31}" dt="2026-09-03T12:37:39.607" v="3646" actId="2711"/>
          <ac:spMkLst>
            <pc:docMk/>
            <pc:sldMk cId="2836807485" sldId="279"/>
            <ac:spMk id="5" creationId="{24BC2867-7F81-4381-94FD-0C4D2A63B8DD}"/>
          </ac:spMkLst>
        </pc:spChg>
        <pc:spChg chg="mod">
          <ac:chgData name="Sam Erde" userId="9da316d4-e9ec-4138-9db9-744658e2b035" providerId="ADAL" clId="{7D3E50D5-4649-47BF-9A73-57639FDAFA31}" dt="2026-09-03T12:37:39.607" v="3646" actId="2711"/>
          <ac:spMkLst>
            <pc:docMk/>
            <pc:sldMk cId="2836807485" sldId="279"/>
            <ac:spMk id="9" creationId="{0123556E-564C-ED1D-C313-4FFDC1886999}"/>
          </ac:spMkLst>
        </pc:spChg>
        <pc:spChg chg="mod">
          <ac:chgData name="Sam Erde" userId="9da316d4-e9ec-4138-9db9-744658e2b035" providerId="ADAL" clId="{7D3E50D5-4649-47BF-9A73-57639FDAFA31}" dt="2026-09-03T12:37:39.607" v="3646" actId="2711"/>
          <ac:spMkLst>
            <pc:docMk/>
            <pc:sldMk cId="2836807485" sldId="279"/>
            <ac:spMk id="10" creationId="{F4F637E0-3796-C86E-9A53-24739F71589D}"/>
          </ac:spMkLst>
        </pc:spChg>
        <pc:spChg chg="mod">
          <ac:chgData name="Sam Erde" userId="9da316d4-e9ec-4138-9db9-744658e2b035" providerId="ADAL" clId="{7D3E50D5-4649-47BF-9A73-57639FDAFA31}" dt="2026-09-03T12:37:39.607" v="3646" actId="2711"/>
          <ac:spMkLst>
            <pc:docMk/>
            <pc:sldMk cId="2836807485" sldId="279"/>
            <ac:spMk id="13" creationId="{DCA89121-E0CF-847A-393E-8FF69BD09929}"/>
          </ac:spMkLst>
        </pc:spChg>
        <pc:spChg chg="mod">
          <ac:chgData name="Sam Erde" userId="9da316d4-e9ec-4138-9db9-744658e2b035" providerId="ADAL" clId="{7D3E50D5-4649-47BF-9A73-57639FDAFA31}" dt="2026-09-10T15:05:58.881" v="9912" actId="207"/>
          <ac:spMkLst>
            <pc:docMk/>
            <pc:sldMk cId="2836807485" sldId="279"/>
            <ac:spMk id="14" creationId="{22B61F7B-73E5-56F0-4939-080041B7CAB7}"/>
          </ac:spMkLst>
        </pc:spChg>
        <pc:spChg chg="add del mod">
          <ac:chgData name="Sam Erde" userId="9da316d4-e9ec-4138-9db9-744658e2b035" providerId="ADAL" clId="{7D3E50D5-4649-47BF-9A73-57639FDAFA31}" dt="2026-09-09T21:46:21.942" v="7747" actId="478"/>
          <ac:spMkLst>
            <pc:docMk/>
            <pc:sldMk cId="2836807485" sldId="279"/>
            <ac:spMk id="15" creationId="{ADA9ED47-D857-98B3-2C1B-983DCAC8F920}"/>
          </ac:spMkLst>
        </pc:spChg>
        <pc:picChg chg="add del mod">
          <ac:chgData name="Sam Erde" userId="9da316d4-e9ec-4138-9db9-744658e2b035" providerId="ADAL" clId="{7D3E50D5-4649-47BF-9A73-57639FDAFA31}" dt="2026-09-09T21:47:27.235" v="7763" actId="478"/>
          <ac:picMkLst>
            <pc:docMk/>
            <pc:sldMk cId="2836807485" sldId="279"/>
            <ac:picMk id="8" creationId="{1D4504DE-0035-24BC-5E4A-2EAF8988D7BA}"/>
          </ac:picMkLst>
        </pc:picChg>
      </pc:sldChg>
      <pc:sldChg chg="add del modNotes modNotesTx">
        <pc:chgData name="Sam Erde" userId="9da316d4-e9ec-4138-9db9-744658e2b035" providerId="ADAL" clId="{7D3E50D5-4649-47BF-9A73-57639FDAFA31}" dt="2026-09-10T09:13:45.685" v="8305" actId="313"/>
        <pc:sldMkLst>
          <pc:docMk/>
          <pc:sldMk cId="2599153153" sldId="282"/>
        </pc:sldMkLst>
      </pc:sldChg>
      <pc:sldChg chg="modSp add mod ord modNotesTx">
        <pc:chgData name="Sam Erde" userId="9da316d4-e9ec-4138-9db9-744658e2b035" providerId="ADAL" clId="{7D3E50D5-4649-47BF-9A73-57639FDAFA31}" dt="2026-09-09T17:22:43.639" v="6600" actId="20577"/>
        <pc:sldMkLst>
          <pc:docMk/>
          <pc:sldMk cId="32499835" sldId="288"/>
        </pc:sldMkLst>
        <pc:spChg chg="mod">
          <ac:chgData name="Sam Erde" userId="9da316d4-e9ec-4138-9db9-744658e2b035" providerId="ADAL" clId="{7D3E50D5-4649-47BF-9A73-57639FDAFA31}" dt="2026-09-03T00:42:22.096" v="726" actId="20577"/>
          <ac:spMkLst>
            <pc:docMk/>
            <pc:sldMk cId="32499835" sldId="288"/>
            <ac:spMk id="5" creationId="{CD0ECFBD-7486-19C3-9929-E9E886D76018}"/>
          </ac:spMkLst>
        </pc:spChg>
      </pc:sldChg>
      <pc:sldChg chg="addSp delSp modSp add mod ord modClrScheme chgLayout modNotes modNotesTx">
        <pc:chgData name="Sam Erde" userId="9da316d4-e9ec-4138-9db9-744658e2b035" providerId="ADAL" clId="{7D3E50D5-4649-47BF-9A73-57639FDAFA31}" dt="2026-09-10T15:28:55.106" v="10474" actId="20577"/>
        <pc:sldMkLst>
          <pc:docMk/>
          <pc:sldMk cId="4068054892" sldId="289"/>
        </pc:sldMkLst>
        <pc:spChg chg="add del mod ord">
          <ac:chgData name="Sam Erde" userId="9da316d4-e9ec-4138-9db9-744658e2b035" providerId="ADAL" clId="{7D3E50D5-4649-47BF-9A73-57639FDAFA31}" dt="2026-09-09T17:31:48.334" v="6701" actId="478"/>
          <ac:spMkLst>
            <pc:docMk/>
            <pc:sldMk cId="4068054892" sldId="289"/>
            <ac:spMk id="2" creationId="{638F965A-8123-25D2-DAF7-B0A9202F46DF}"/>
          </ac:spMkLst>
        </pc:spChg>
        <pc:spChg chg="mod">
          <ac:chgData name="Sam Erde" userId="9da316d4-e9ec-4138-9db9-744658e2b035" providerId="ADAL" clId="{7D3E50D5-4649-47BF-9A73-57639FDAFA31}" dt="2026-09-09T17:32:27.444" v="6704" actId="207"/>
          <ac:spMkLst>
            <pc:docMk/>
            <pc:sldMk cId="4068054892" sldId="289"/>
            <ac:spMk id="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17:09.183" v="3409" actId="208"/>
          <ac:spMkLst>
            <pc:docMk/>
            <pc:sldMk cId="4068054892" sldId="289"/>
            <ac:spMk id="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52.760" v="6705" actId="255"/>
          <ac:spMkLst>
            <pc:docMk/>
            <pc:sldMk cId="4068054892" sldId="289"/>
            <ac:spMk id="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27.444" v="6704" actId="207"/>
          <ac:spMkLst>
            <pc:docMk/>
            <pc:sldMk cId="4068054892" sldId="289"/>
            <ac:spMk id="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16:01.261" v="8309" actId="20577"/>
          <ac:spMkLst>
            <pc:docMk/>
            <pc:sldMk cId="4068054892" sldId="289"/>
            <ac:spMk id="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52.760" v="6705" actId="255"/>
          <ac:spMkLst>
            <pc:docMk/>
            <pc:sldMk cId="4068054892" sldId="289"/>
            <ac:spMk id="1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27.444" v="6704" actId="207"/>
          <ac:spMkLst>
            <pc:docMk/>
            <pc:sldMk cId="4068054892" sldId="289"/>
            <ac:spMk id="1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1:55:29.068" v="3219" actId="208"/>
          <ac:spMkLst>
            <pc:docMk/>
            <pc:sldMk cId="4068054892" sldId="289"/>
            <ac:spMk id="13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52.760" v="6705" actId="255"/>
          <ac:spMkLst>
            <pc:docMk/>
            <pc:sldMk cId="4068054892" sldId="289"/>
            <ac:spMk id="14" creationId="{00000000-0000-0000-0000-000000000000}"/>
          </ac:spMkLst>
        </pc:spChg>
        <pc:spChg chg="mod ord">
          <ac:chgData name="Sam Erde" userId="9da316d4-e9ec-4138-9db9-744658e2b035" providerId="ADAL" clId="{7D3E50D5-4649-47BF-9A73-57639FDAFA31}" dt="2026-09-10T09:16:58.782" v="8312" actId="207"/>
          <ac:spMkLst>
            <pc:docMk/>
            <pc:sldMk cId="4068054892" sldId="289"/>
            <ac:spMk id="15" creationId="{E42F4C9E-56CA-CF33-CEE2-813F2866346E}"/>
          </ac:spMkLst>
        </pc:spChg>
        <pc:spChg chg="mod">
          <ac:chgData name="Sam Erde" userId="9da316d4-e9ec-4138-9db9-744658e2b035" providerId="ADAL" clId="{7D3E50D5-4649-47BF-9A73-57639FDAFA31}" dt="2026-09-09T17:32:27.444" v="6704" actId="207"/>
          <ac:spMkLst>
            <pc:docMk/>
            <pc:sldMk cId="4068054892" sldId="289"/>
            <ac:spMk id="1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2:17:09.183" v="3409" actId="208"/>
          <ac:spMkLst>
            <pc:docMk/>
            <pc:sldMk cId="4068054892" sldId="289"/>
            <ac:spMk id="1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52.760" v="6705" actId="255"/>
          <ac:spMkLst>
            <pc:docMk/>
            <pc:sldMk cId="4068054892" sldId="289"/>
            <ac:spMk id="1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27.444" v="6704" actId="207"/>
          <ac:spMkLst>
            <pc:docMk/>
            <pc:sldMk cId="4068054892" sldId="289"/>
            <ac:spMk id="2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1:55:29.068" v="3219" actId="208"/>
          <ac:spMkLst>
            <pc:docMk/>
            <pc:sldMk cId="4068054892" sldId="289"/>
            <ac:spMk id="2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52.760" v="6705" actId="255"/>
          <ac:spMkLst>
            <pc:docMk/>
            <pc:sldMk cId="4068054892" sldId="289"/>
            <ac:spMk id="2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27.444" v="6704" actId="207"/>
          <ac:spMkLst>
            <pc:docMk/>
            <pc:sldMk cId="4068054892" sldId="289"/>
            <ac:spMk id="2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3T11:55:29.068" v="3219" actId="208"/>
          <ac:spMkLst>
            <pc:docMk/>
            <pc:sldMk cId="4068054892" sldId="289"/>
            <ac:spMk id="2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32:52.760" v="6705" actId="255"/>
          <ac:spMkLst>
            <pc:docMk/>
            <pc:sldMk cId="4068054892" sldId="289"/>
            <ac:spMk id="26" creationId="{00000000-0000-0000-0000-000000000000}"/>
          </ac:spMkLst>
        </pc:spChg>
        <pc:grpChg chg="add mod">
          <ac:chgData name="Sam Erde" userId="9da316d4-e9ec-4138-9db9-744658e2b035" providerId="ADAL" clId="{7D3E50D5-4649-47BF-9A73-57639FDAFA31}" dt="2026-09-03T12:20:59.182" v="3478" actId="164"/>
          <ac:grpSpMkLst>
            <pc:docMk/>
            <pc:sldMk cId="4068054892" sldId="289"/>
            <ac:grpSpMk id="3" creationId="{EA43E59F-9BA0-D1CA-1368-076B3C018041}"/>
          </ac:grpSpMkLst>
        </pc:grpChg>
        <pc:grpChg chg="add mod">
          <ac:chgData name="Sam Erde" userId="9da316d4-e9ec-4138-9db9-744658e2b035" providerId="ADAL" clId="{7D3E50D5-4649-47BF-9A73-57639FDAFA31}" dt="2026-09-03T12:20:59.182" v="3478" actId="164"/>
          <ac:grpSpMkLst>
            <pc:docMk/>
            <pc:sldMk cId="4068054892" sldId="289"/>
            <ac:grpSpMk id="7" creationId="{C9226131-19D7-3106-F40E-A66CB86B2B41}"/>
          </ac:grpSpMkLst>
        </pc:grpChg>
        <pc:grpChg chg="add mod">
          <ac:chgData name="Sam Erde" userId="9da316d4-e9ec-4138-9db9-744658e2b035" providerId="ADAL" clId="{7D3E50D5-4649-47BF-9A73-57639FDAFA31}" dt="2026-09-03T12:20:59.182" v="3478" actId="164"/>
          <ac:grpSpMkLst>
            <pc:docMk/>
            <pc:sldMk cId="4068054892" sldId="289"/>
            <ac:grpSpMk id="11" creationId="{034EBB91-D923-1B15-EB51-76B88E4484ED}"/>
          </ac:grpSpMkLst>
        </pc:grpChg>
        <pc:grpChg chg="add mod">
          <ac:chgData name="Sam Erde" userId="9da316d4-e9ec-4138-9db9-744658e2b035" providerId="ADAL" clId="{7D3E50D5-4649-47BF-9A73-57639FDAFA31}" dt="2026-09-03T12:20:59.182" v="3478" actId="164"/>
          <ac:grpSpMkLst>
            <pc:docMk/>
            <pc:sldMk cId="4068054892" sldId="289"/>
            <ac:grpSpMk id="19" creationId="{BBE2D864-77C5-75B7-E7AD-348AAB5DB00D}"/>
          </ac:grpSpMkLst>
        </pc:grpChg>
        <pc:grpChg chg="add mod">
          <ac:chgData name="Sam Erde" userId="9da316d4-e9ec-4138-9db9-744658e2b035" providerId="ADAL" clId="{7D3E50D5-4649-47BF-9A73-57639FDAFA31}" dt="2026-09-03T12:20:59.182" v="3478" actId="164"/>
          <ac:grpSpMkLst>
            <pc:docMk/>
            <pc:sldMk cId="4068054892" sldId="289"/>
            <ac:grpSpMk id="23" creationId="{244A5A29-EC08-AADB-E0DD-24F0535B4BCF}"/>
          </ac:grpSpMkLst>
        </pc:grpChg>
        <pc:grpChg chg="add mod">
          <ac:chgData name="Sam Erde" userId="9da316d4-e9ec-4138-9db9-744658e2b035" providerId="ADAL" clId="{7D3E50D5-4649-47BF-9A73-57639FDAFA31}" dt="2026-09-03T12:20:59.182" v="3478" actId="164"/>
          <ac:grpSpMkLst>
            <pc:docMk/>
            <pc:sldMk cId="4068054892" sldId="289"/>
            <ac:grpSpMk id="27" creationId="{25939766-8B2A-75FF-0A95-39CFD66003ED}"/>
          </ac:grpSpMkLst>
        </pc:grpChg>
        <pc:grpChg chg="add mod">
          <ac:chgData name="Sam Erde" userId="9da316d4-e9ec-4138-9db9-744658e2b035" providerId="ADAL" clId="{7D3E50D5-4649-47BF-9A73-57639FDAFA31}" dt="2026-09-03T12:21:02.069" v="3479" actId="1076"/>
          <ac:grpSpMkLst>
            <pc:docMk/>
            <pc:sldMk cId="4068054892" sldId="289"/>
            <ac:grpSpMk id="31" creationId="{93DDA5E5-FE72-0345-C76F-859DA74936E1}"/>
          </ac:grpSpMkLst>
        </pc:grpChg>
        <pc:picChg chg="add mod ord">
          <ac:chgData name="Sam Erde" userId="9da316d4-e9ec-4138-9db9-744658e2b035" providerId="ADAL" clId="{7D3E50D5-4649-47BF-9A73-57639FDAFA31}" dt="2026-09-09T17:33:25.036" v="6711" actId="1038"/>
          <ac:picMkLst>
            <pc:docMk/>
            <pc:sldMk cId="4068054892" sldId="289"/>
            <ac:picMk id="30" creationId="{52E2B010-2DC8-4DAE-0F37-61E3E67D8B5F}"/>
          </ac:picMkLst>
        </pc:picChg>
      </pc:sldChg>
      <pc:sldChg chg="addSp delSp modSp add mod ord modClrScheme chgLayout modNotesTx">
        <pc:chgData name="Sam Erde" userId="9da316d4-e9ec-4138-9db9-744658e2b035" providerId="ADAL" clId="{7D3E50D5-4649-47BF-9A73-57639FDAFA31}" dt="2026-09-10T10:14:36.697" v="9418" actId="1036"/>
        <pc:sldMkLst>
          <pc:docMk/>
          <pc:sldMk cId="1350294812" sldId="290"/>
        </pc:sldMkLst>
        <pc:spChg chg="add mod ord">
          <ac:chgData name="Sam Erde" userId="9da316d4-e9ec-4138-9db9-744658e2b035" providerId="ADAL" clId="{7D3E50D5-4649-47BF-9A73-57639FDAFA31}" dt="2026-09-10T10:13:42.400" v="9409" actId="20577"/>
          <ac:spMkLst>
            <pc:docMk/>
            <pc:sldMk cId="1350294812" sldId="290"/>
            <ac:spMk id="2" creationId="{3F7EE30A-2E1F-80F4-7BF0-EBD4588E63C0}"/>
          </ac:spMkLst>
        </pc:spChg>
        <pc:spChg chg="del mod">
          <ac:chgData name="Sam Erde" userId="9da316d4-e9ec-4138-9db9-744658e2b035" providerId="ADAL" clId="{7D3E50D5-4649-47BF-9A73-57639FDAFA31}" dt="2026-09-10T10:13:34.542" v="9406" actId="478"/>
          <ac:spMkLst>
            <pc:docMk/>
            <pc:sldMk cId="1350294812" sldId="290"/>
            <ac:spMk id="3" creationId="{8F8F91F7-E6F9-4AE2-6FBD-1B6013A88840}"/>
          </ac:spMkLst>
        </pc:spChg>
        <pc:spChg chg="mod">
          <ac:chgData name="Sam Erde" userId="9da316d4-e9ec-4138-9db9-744658e2b035" providerId="ADAL" clId="{7D3E50D5-4649-47BF-9A73-57639FDAFA31}" dt="2026-09-10T10:14:07.630" v="9411" actId="164"/>
          <ac:spMkLst>
            <pc:docMk/>
            <pc:sldMk cId="1350294812" sldId="290"/>
            <ac:spMk id="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0:14:07.630" v="9411" actId="164"/>
          <ac:spMkLst>
            <pc:docMk/>
            <pc:sldMk cId="1350294812" sldId="290"/>
            <ac:spMk id="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0:14:07.630" v="9411" actId="164"/>
          <ac:spMkLst>
            <pc:docMk/>
            <pc:sldMk cId="1350294812" sldId="290"/>
            <ac:spMk id="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0:14:01.156" v="9410" actId="164"/>
          <ac:spMkLst>
            <pc:docMk/>
            <pc:sldMk cId="1350294812" sldId="290"/>
            <ac:spMk id="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0:14:01.156" v="9410" actId="164"/>
          <ac:spMkLst>
            <pc:docMk/>
            <pc:sldMk cId="1350294812" sldId="290"/>
            <ac:spMk id="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10:14:01.156" v="9410" actId="164"/>
          <ac:spMkLst>
            <pc:docMk/>
            <pc:sldMk cId="1350294812" sldId="290"/>
            <ac:spMk id="9" creationId="{00000000-0000-0000-0000-000000000000}"/>
          </ac:spMkLst>
        </pc:spChg>
        <pc:spChg chg="add del mod ord">
          <ac:chgData name="Sam Erde" userId="9da316d4-e9ec-4138-9db9-744658e2b035" providerId="ADAL" clId="{7D3E50D5-4649-47BF-9A73-57639FDAFA31}" dt="2026-09-10T10:13:23.694" v="9404" actId="478"/>
          <ac:spMkLst>
            <pc:docMk/>
            <pc:sldMk cId="1350294812" sldId="290"/>
            <ac:spMk id="10" creationId="{AE9D08AF-9B39-2659-0A65-464E49ACBE73}"/>
          </ac:spMkLst>
        </pc:spChg>
        <pc:grpChg chg="add mod">
          <ac:chgData name="Sam Erde" userId="9da316d4-e9ec-4138-9db9-744658e2b035" providerId="ADAL" clId="{7D3E50D5-4649-47BF-9A73-57639FDAFA31}" dt="2026-09-10T10:14:36.697" v="9418" actId="1036"/>
          <ac:grpSpMkLst>
            <pc:docMk/>
            <pc:sldMk cId="1350294812" sldId="290"/>
            <ac:grpSpMk id="11" creationId="{2DE81657-D539-C687-1A80-CDEE698F2CBD}"/>
          </ac:grpSpMkLst>
        </pc:grpChg>
        <pc:grpChg chg="add mod">
          <ac:chgData name="Sam Erde" userId="9da316d4-e9ec-4138-9db9-744658e2b035" providerId="ADAL" clId="{7D3E50D5-4649-47BF-9A73-57639FDAFA31}" dt="2026-09-10T10:14:36.697" v="9418" actId="1036"/>
          <ac:grpSpMkLst>
            <pc:docMk/>
            <pc:sldMk cId="1350294812" sldId="290"/>
            <ac:grpSpMk id="12" creationId="{F56CA75F-7897-FF73-9868-B5E55959BBBF}"/>
          </ac:grpSpMkLst>
        </pc:grpChg>
      </pc:sldChg>
      <pc:sldChg chg="addSp delSp modSp add del mod ord modShow modNotes modNotesTx">
        <pc:chgData name="Sam Erde" userId="9da316d4-e9ec-4138-9db9-744658e2b035" providerId="ADAL" clId="{7D3E50D5-4649-47BF-9A73-57639FDAFA31}" dt="2026-09-10T14:39:28.168" v="9613" actId="2696"/>
        <pc:sldMkLst>
          <pc:docMk/>
          <pc:sldMk cId="0" sldId="291"/>
        </pc:sldMkLst>
        <pc:spChg chg="add mod">
          <ac:chgData name="Sam Erde" userId="9da316d4-e9ec-4138-9db9-744658e2b035" providerId="ADAL" clId="{7D3E50D5-4649-47BF-9A73-57639FDAFA31}" dt="2026-09-09T21:54:34.153" v="7824" actId="14100"/>
          <ac:spMkLst>
            <pc:docMk/>
            <pc:sldMk cId="0" sldId="291"/>
            <ac:spMk id="2" creationId="{E89B9309-4506-FB25-B5FC-7392109C6DFA}"/>
          </ac:spMkLst>
        </pc:spChg>
        <pc:spChg chg="mod">
          <ac:chgData name="Sam Erde" userId="9da316d4-e9ec-4138-9db9-744658e2b035" providerId="ADAL" clId="{7D3E50D5-4649-47BF-9A73-57639FDAFA31}" dt="2026-09-09T17:55:13.220" v="7616" actId="14100"/>
          <ac:spMkLst>
            <pc:docMk/>
            <pc:sldMk cId="0" sldId="291"/>
            <ac:spMk id="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1:24.603" v="7531" actId="1037"/>
          <ac:spMkLst>
            <pc:docMk/>
            <pc:sldMk cId="0" sldId="291"/>
            <ac:spMk id="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34.975" v="7572" actId="14100"/>
          <ac:spMkLst>
            <pc:docMk/>
            <pc:sldMk cId="0" sldId="291"/>
            <ac:spMk id="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52.896" v="7615" actId="1035"/>
          <ac:spMkLst>
            <pc:docMk/>
            <pc:sldMk cId="0" sldId="291"/>
            <ac:spMk id="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5:13.220" v="7616" actId="14100"/>
          <ac:spMkLst>
            <pc:docMk/>
            <pc:sldMk cId="0" sldId="291"/>
            <ac:spMk id="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1:24.603" v="7531" actId="1037"/>
          <ac:spMkLst>
            <pc:docMk/>
            <pc:sldMk cId="0" sldId="291"/>
            <ac:spMk id="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34.975" v="7572" actId="14100"/>
          <ac:spMkLst>
            <pc:docMk/>
            <pc:sldMk cId="0" sldId="291"/>
            <ac:spMk id="1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52.896" v="7615" actId="1035"/>
          <ac:spMkLst>
            <pc:docMk/>
            <pc:sldMk cId="0" sldId="291"/>
            <ac:spMk id="1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5:13.220" v="7616" actId="14100"/>
          <ac:spMkLst>
            <pc:docMk/>
            <pc:sldMk cId="0" sldId="291"/>
            <ac:spMk id="1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1:24.603" v="7531" actId="1037"/>
          <ac:spMkLst>
            <pc:docMk/>
            <pc:sldMk cId="0" sldId="291"/>
            <ac:spMk id="13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34.975" v="7572" actId="14100"/>
          <ac:spMkLst>
            <pc:docMk/>
            <pc:sldMk cId="0" sldId="291"/>
            <ac:spMk id="1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52.896" v="7615" actId="1035"/>
          <ac:spMkLst>
            <pc:docMk/>
            <pc:sldMk cId="0" sldId="291"/>
            <ac:spMk id="1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5:13.220" v="7616" actId="14100"/>
          <ac:spMkLst>
            <pc:docMk/>
            <pc:sldMk cId="0" sldId="291"/>
            <ac:spMk id="1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1:24.603" v="7531" actId="1037"/>
          <ac:spMkLst>
            <pc:docMk/>
            <pc:sldMk cId="0" sldId="291"/>
            <ac:spMk id="1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34.975" v="7572" actId="14100"/>
          <ac:spMkLst>
            <pc:docMk/>
            <pc:sldMk cId="0" sldId="291"/>
            <ac:spMk id="18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54:52.896" v="7615" actId="1035"/>
          <ac:spMkLst>
            <pc:docMk/>
            <pc:sldMk cId="0" sldId="291"/>
            <ac:spMk id="19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41:50.384" v="7348" actId="255"/>
          <ac:spMkLst>
            <pc:docMk/>
            <pc:sldMk cId="0" sldId="291"/>
            <ac:spMk id="20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41:50.384" v="7348" actId="255"/>
          <ac:spMkLst>
            <pc:docMk/>
            <pc:sldMk cId="0" sldId="291"/>
            <ac:spMk id="21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09T17:41:50.384" v="7348" actId="255"/>
          <ac:spMkLst>
            <pc:docMk/>
            <pc:sldMk cId="0" sldId="291"/>
            <ac:spMk id="22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22:43.702" v="8531" actId="12789"/>
          <ac:spMkLst>
            <pc:docMk/>
            <pc:sldMk cId="0" sldId="291"/>
            <ac:spMk id="23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09:22:23.467" v="8530" actId="478"/>
          <ac:spMkLst>
            <pc:docMk/>
            <pc:sldMk cId="0" sldId="291"/>
            <ac:spMk id="24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22:43.702" v="8531" actId="12789"/>
          <ac:spMkLst>
            <pc:docMk/>
            <pc:sldMk cId="0" sldId="291"/>
            <ac:spMk id="25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22:43.702" v="8531" actId="12789"/>
          <ac:spMkLst>
            <pc:docMk/>
            <pc:sldMk cId="0" sldId="291"/>
            <ac:spMk id="26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22:43.702" v="8531" actId="12789"/>
          <ac:spMkLst>
            <pc:docMk/>
            <pc:sldMk cId="0" sldId="291"/>
            <ac:spMk id="27" creationId="{00000000-0000-0000-0000-000000000000}"/>
          </ac:spMkLst>
        </pc:spChg>
        <pc:spChg chg="mod">
          <ac:chgData name="Sam Erde" userId="9da316d4-e9ec-4138-9db9-744658e2b035" providerId="ADAL" clId="{7D3E50D5-4649-47BF-9A73-57639FDAFA31}" dt="2026-09-10T09:22:43.702" v="8531" actId="12789"/>
          <ac:spMkLst>
            <pc:docMk/>
            <pc:sldMk cId="0" sldId="291"/>
            <ac:spMk id="28" creationId="{00000000-0000-0000-0000-000000000000}"/>
          </ac:spMkLst>
        </pc:spChg>
      </pc:sldChg>
      <pc:sldChg chg="delSp modSp add del mod modShow modNotes modNotesTx">
        <pc:chgData name="Sam Erde" userId="9da316d4-e9ec-4138-9db9-744658e2b035" providerId="ADAL" clId="{7D3E50D5-4649-47BF-9A73-57639FDAFA31}" dt="2026-09-10T14:37:27.019" v="9611" actId="2696"/>
        <pc:sldMkLst>
          <pc:docMk/>
          <pc:sldMk cId="0" sldId="292"/>
        </pc:sldMkLst>
        <pc:spChg chg="del mod">
          <ac:chgData name="Sam Erde" userId="9da316d4-e9ec-4138-9db9-744658e2b035" providerId="ADAL" clId="{7D3E50D5-4649-47BF-9A73-57639FDAFA31}" dt="2026-09-09T17:33:58.569" v="6713" actId="478"/>
          <ac:spMkLst>
            <pc:docMk/>
            <pc:sldMk cId="0" sldId="292"/>
            <ac:spMk id="3" creationId="{00000000-0000-0000-0000-000000000000}"/>
          </ac:spMkLst>
        </pc:spChg>
      </pc:sldChg>
      <pc:sldChg chg="addSp delSp modSp add del mod modClrScheme chgLayout modNotes modNotesTx">
        <pc:chgData name="Sam Erde" userId="9da316d4-e9ec-4138-9db9-744658e2b035" providerId="ADAL" clId="{7D3E50D5-4649-47BF-9A73-57639FDAFA31}" dt="2026-09-10T15:38:01.801" v="10633" actId="2696"/>
        <pc:sldMkLst>
          <pc:docMk/>
          <pc:sldMk cId="0" sldId="294"/>
        </pc:sldMkLst>
        <pc:spChg chg="mod ord">
          <ac:chgData name="Sam Erde" userId="9da316d4-e9ec-4138-9db9-744658e2b035" providerId="ADAL" clId="{7D3E50D5-4649-47BF-9A73-57639FDAFA31}" dt="2026-09-10T10:26:11.769" v="9592" actId="14100"/>
          <ac:spMkLst>
            <pc:docMk/>
            <pc:sldMk cId="0" sldId="294"/>
            <ac:spMk id="2" creationId="{00000000-0000-0000-0000-000000000000}"/>
          </ac:spMkLst>
        </pc:spChg>
        <pc:spChg chg="mod topLvl">
          <ac:chgData name="Sam Erde" userId="9da316d4-e9ec-4138-9db9-744658e2b035" providerId="ADAL" clId="{7D3E50D5-4649-47BF-9A73-57639FDAFA31}" dt="2026-09-10T10:24:25.047" v="9584" actId="164"/>
          <ac:spMkLst>
            <pc:docMk/>
            <pc:sldMk cId="0" sldId="294"/>
            <ac:spMk id="7" creationId="{00000000-0000-0000-0000-000000000000}"/>
          </ac:spMkLst>
        </pc:spChg>
        <pc:spChg chg="mod topLvl">
          <ac:chgData name="Sam Erde" userId="9da316d4-e9ec-4138-9db9-744658e2b035" providerId="ADAL" clId="{7D3E50D5-4649-47BF-9A73-57639FDAFA31}" dt="2026-09-10T10:22:43.631" v="9573" actId="255"/>
          <ac:spMkLst>
            <pc:docMk/>
            <pc:sldMk cId="0" sldId="294"/>
            <ac:spMk id="12" creationId="{00000000-0000-0000-0000-000000000000}"/>
          </ac:spMkLst>
        </pc:spChg>
        <pc:spChg chg="add mod">
          <ac:chgData name="Sam Erde" userId="9da316d4-e9ec-4138-9db9-744658e2b035" providerId="ADAL" clId="{7D3E50D5-4649-47BF-9A73-57639FDAFA31}" dt="2026-09-10T10:22:58.852" v="9575" actId="255"/>
          <ac:spMkLst>
            <pc:docMk/>
            <pc:sldMk cId="0" sldId="294"/>
            <ac:spMk id="24" creationId="{A255181A-2460-3102-EC2D-7E6AE5179DDE}"/>
          </ac:spMkLst>
        </pc:spChg>
        <pc:spChg chg="add mod">
          <ac:chgData name="Sam Erde" userId="9da316d4-e9ec-4138-9db9-744658e2b035" providerId="ADAL" clId="{7D3E50D5-4649-47BF-9A73-57639FDAFA31}" dt="2026-09-10T10:22:49.758" v="9574" actId="255"/>
          <ac:spMkLst>
            <pc:docMk/>
            <pc:sldMk cId="0" sldId="294"/>
            <ac:spMk id="26" creationId="{38A2CA44-1172-E27E-F550-BC2322B4C885}"/>
          </ac:spMkLst>
        </pc:spChg>
        <pc:spChg chg="add mod">
          <ac:chgData name="Sam Erde" userId="9da316d4-e9ec-4138-9db9-744658e2b035" providerId="ADAL" clId="{7D3E50D5-4649-47BF-9A73-57639FDAFA31}" dt="2026-09-10T10:23:17.315" v="9576" actId="255"/>
          <ac:spMkLst>
            <pc:docMk/>
            <pc:sldMk cId="0" sldId="294"/>
            <ac:spMk id="28" creationId="{D88DB701-0829-B730-7FB3-890D1D6F05FB}"/>
          </ac:spMkLst>
        </pc:spChg>
        <pc:grpChg chg="add mod">
          <ac:chgData name="Sam Erde" userId="9da316d4-e9ec-4138-9db9-744658e2b035" providerId="ADAL" clId="{7D3E50D5-4649-47BF-9A73-57639FDAFA31}" dt="2026-09-10T10:26:02.049" v="9591" actId="1076"/>
          <ac:grpSpMkLst>
            <pc:docMk/>
            <pc:sldMk cId="0" sldId="294"/>
            <ac:grpSpMk id="3" creationId="{8E7C3E78-0FFE-EB60-33D7-0396A738B6C1}"/>
          </ac:grpSpMkLst>
        </pc:grpChg>
        <pc:grpChg chg="add mod">
          <ac:chgData name="Sam Erde" userId="9da316d4-e9ec-4138-9db9-744658e2b035" providerId="ADAL" clId="{7D3E50D5-4649-47BF-9A73-57639FDAFA31}" dt="2026-09-10T10:25:53.269" v="9590" actId="1076"/>
          <ac:grpSpMkLst>
            <pc:docMk/>
            <pc:sldMk cId="0" sldId="294"/>
            <ac:grpSpMk id="29" creationId="{96599713-384C-3AF2-1D0A-11F1A9C5CFA2}"/>
          </ac:grpSpMkLst>
        </pc:grpChg>
        <pc:grpChg chg="add mod">
          <ac:chgData name="Sam Erde" userId="9da316d4-e9ec-4138-9db9-744658e2b035" providerId="ADAL" clId="{7D3E50D5-4649-47BF-9A73-57639FDAFA31}" dt="2026-09-10T10:25:53.269" v="9590" actId="1076"/>
          <ac:grpSpMkLst>
            <pc:docMk/>
            <pc:sldMk cId="0" sldId="294"/>
            <ac:grpSpMk id="30" creationId="{DE457819-E18F-822A-3D5A-B4D4DCC21758}"/>
          </ac:grpSpMkLst>
        </pc:grpChg>
        <pc:grpChg chg="add del mod">
          <ac:chgData name="Sam Erde" userId="9da316d4-e9ec-4138-9db9-744658e2b035" providerId="ADAL" clId="{7D3E50D5-4649-47BF-9A73-57639FDAFA31}" dt="2026-09-10T10:23:57.092" v="9580" actId="165"/>
          <ac:grpSpMkLst>
            <pc:docMk/>
            <pc:sldMk cId="0" sldId="294"/>
            <ac:grpSpMk id="33" creationId="{4DAA6F93-1784-B84C-5C7E-F0BD8E4AFF6A}"/>
          </ac:grpSpMkLst>
        </pc:grpChg>
        <pc:picChg chg="add mod topLvl">
          <ac:chgData name="Sam Erde" userId="9da316d4-e9ec-4138-9db9-744658e2b035" providerId="ADAL" clId="{7D3E50D5-4649-47BF-9A73-57639FDAFA31}" dt="2026-09-10T10:24:25.047" v="9584" actId="164"/>
          <ac:picMkLst>
            <pc:docMk/>
            <pc:sldMk cId="0" sldId="294"/>
            <ac:picMk id="22" creationId="{62E44B5C-590C-E8A2-0392-C0C463275FFC}"/>
          </ac:picMkLst>
        </pc:picChg>
      </pc:sldChg>
      <pc:sldChg chg="modNotesTx">
        <pc:chgData name="Sam Erde" userId="9da316d4-e9ec-4138-9db9-744658e2b035" providerId="ADAL" clId="{7D3E50D5-4649-47BF-9A73-57639FDAFA31}" dt="2026-09-09T17:22:38.069" v="6599" actId="20577"/>
        <pc:sldMkLst>
          <pc:docMk/>
          <pc:sldMk cId="2854457068" sldId="296"/>
        </pc:sldMkLst>
      </pc:sldChg>
      <pc:sldChg chg="addSp delSp modSp add mod ord chgLayout modNotes modNotesTx">
        <pc:chgData name="Sam Erde" userId="9da316d4-e9ec-4138-9db9-744658e2b035" providerId="ADAL" clId="{7D3E50D5-4649-47BF-9A73-57639FDAFA31}" dt="2026-09-10T15:35:15.920" v="10613" actId="14100"/>
        <pc:sldMkLst>
          <pc:docMk/>
          <pc:sldMk cId="1225522853" sldId="300"/>
        </pc:sldMkLst>
        <pc:spChg chg="add del mod ord">
          <ac:chgData name="Sam Erde" userId="9da316d4-e9ec-4138-9db9-744658e2b035" providerId="ADAL" clId="{7D3E50D5-4649-47BF-9A73-57639FDAFA31}" dt="2026-09-10T15:29:34.266" v="10476" actId="700"/>
          <ac:spMkLst>
            <pc:docMk/>
            <pc:sldMk cId="1225522853" sldId="300"/>
            <ac:spMk id="2" creationId="{50981FC3-E014-73BA-D429-AE5008993C82}"/>
          </ac:spMkLst>
        </pc:spChg>
        <pc:spChg chg="mod">
          <ac:chgData name="Sam Erde" userId="9da316d4-e9ec-4138-9db9-744658e2b035" providerId="ADAL" clId="{7D3E50D5-4649-47BF-9A73-57639FDAFA31}" dt="2026-09-10T10:17:26.058" v="9554" actId="1076"/>
          <ac:spMkLst>
            <pc:docMk/>
            <pc:sldMk cId="1225522853" sldId="300"/>
            <ac:spMk id="3" creationId="{27727426-8506-8E30-5CC1-1EF88A73B190}"/>
          </ac:spMkLst>
        </pc:spChg>
        <pc:spChg chg="add del mod ord">
          <ac:chgData name="Sam Erde" userId="9da316d4-e9ec-4138-9db9-744658e2b035" providerId="ADAL" clId="{7D3E50D5-4649-47BF-9A73-57639FDAFA31}" dt="2026-09-10T15:29:34.266" v="10476" actId="700"/>
          <ac:spMkLst>
            <pc:docMk/>
            <pc:sldMk cId="1225522853" sldId="300"/>
            <ac:spMk id="4" creationId="{6D483ECF-AC89-DA5F-D3BB-E60EB7F9E7ED}"/>
          </ac:spMkLst>
        </pc:spChg>
        <pc:spChg chg="add del mod ord">
          <ac:chgData name="Sam Erde" userId="9da316d4-e9ec-4138-9db9-744658e2b035" providerId="ADAL" clId="{7D3E50D5-4649-47BF-9A73-57639FDAFA31}" dt="2026-09-10T15:29:37.298" v="10477" actId="478"/>
          <ac:spMkLst>
            <pc:docMk/>
            <pc:sldMk cId="1225522853" sldId="300"/>
            <ac:spMk id="5" creationId="{4F5B9DA0-98E6-89AE-8872-1370AB52A8CB}"/>
          </ac:spMkLst>
        </pc:spChg>
        <pc:spChg chg="add del mod ord">
          <ac:chgData name="Sam Erde" userId="9da316d4-e9ec-4138-9db9-744658e2b035" providerId="ADAL" clId="{7D3E50D5-4649-47BF-9A73-57639FDAFA31}" dt="2026-09-10T15:29:40.994" v="10478" actId="478"/>
          <ac:spMkLst>
            <pc:docMk/>
            <pc:sldMk cId="1225522853" sldId="300"/>
            <ac:spMk id="6" creationId="{3C372BA2-D177-EC60-9059-1733C79C2417}"/>
          </ac:spMkLst>
        </pc:spChg>
        <pc:spChg chg="add mod">
          <ac:chgData name="Sam Erde" userId="9da316d4-e9ec-4138-9db9-744658e2b035" providerId="ADAL" clId="{7D3E50D5-4649-47BF-9A73-57639FDAFA31}" dt="2026-09-10T15:35:15.920" v="10613" actId="14100"/>
          <ac:spMkLst>
            <pc:docMk/>
            <pc:sldMk cId="1225522853" sldId="300"/>
            <ac:spMk id="14" creationId="{99C53E20-249B-12EB-BBB0-860B145AF187}"/>
          </ac:spMkLst>
        </pc:spChg>
        <pc:spChg chg="add del mod">
          <ac:chgData name="Sam Erde" userId="9da316d4-e9ec-4138-9db9-744658e2b035" providerId="ADAL" clId="{7D3E50D5-4649-47BF-9A73-57639FDAFA31}" dt="2026-09-10T15:31:10.473" v="10489" actId="478"/>
          <ac:spMkLst>
            <pc:docMk/>
            <pc:sldMk cId="1225522853" sldId="300"/>
            <ac:spMk id="18" creationId="{BCE63672-D051-DBD5-52B9-81D42863D1A6}"/>
          </ac:spMkLst>
        </pc:spChg>
        <pc:spChg chg="mod">
          <ac:chgData name="Sam Erde" userId="9da316d4-e9ec-4138-9db9-744658e2b035" providerId="ADAL" clId="{7D3E50D5-4649-47BF-9A73-57639FDAFA31}" dt="2026-09-10T15:34:53.366" v="10610" actId="120"/>
          <ac:spMkLst>
            <pc:docMk/>
            <pc:sldMk cId="1225522853" sldId="300"/>
            <ac:spMk id="20" creationId="{9670F7F7-4504-2137-8D84-7ABD991140BC}"/>
          </ac:spMkLst>
        </pc:spChg>
        <pc:spChg chg="mod">
          <ac:chgData name="Sam Erde" userId="9da316d4-e9ec-4138-9db9-744658e2b035" providerId="ADAL" clId="{7D3E50D5-4649-47BF-9A73-57639FDAFA31}" dt="2026-09-10T15:34:48.947" v="10609" actId="14100"/>
          <ac:spMkLst>
            <pc:docMk/>
            <pc:sldMk cId="1225522853" sldId="300"/>
            <ac:spMk id="22" creationId="{FCD2E1EB-C8AF-8B11-BA3E-6312C3804828}"/>
          </ac:spMkLst>
        </pc:spChg>
        <pc:spChg chg="add mod">
          <ac:chgData name="Sam Erde" userId="9da316d4-e9ec-4138-9db9-744658e2b035" providerId="ADAL" clId="{7D3E50D5-4649-47BF-9A73-57639FDAFA31}" dt="2026-09-10T15:34:48.947" v="10609" actId="14100"/>
          <ac:spMkLst>
            <pc:docMk/>
            <pc:sldMk cId="1225522853" sldId="300"/>
            <ac:spMk id="24" creationId="{183C9D38-A820-BAE2-F261-27268F879B2F}"/>
          </ac:spMkLst>
        </pc:spChg>
        <pc:spChg chg="add mod">
          <ac:chgData name="Sam Erde" userId="9da316d4-e9ec-4138-9db9-744658e2b035" providerId="ADAL" clId="{7D3E50D5-4649-47BF-9A73-57639FDAFA31}" dt="2026-09-10T15:34:48.947" v="10609" actId="14100"/>
          <ac:spMkLst>
            <pc:docMk/>
            <pc:sldMk cId="1225522853" sldId="300"/>
            <ac:spMk id="26" creationId="{1B2A13D2-80AD-3B35-547E-BA127EC58452}"/>
          </ac:spMkLst>
        </pc:spChg>
        <pc:spChg chg="add del mod">
          <ac:chgData name="Sam Erde" userId="9da316d4-e9ec-4138-9db9-744658e2b035" providerId="ADAL" clId="{7D3E50D5-4649-47BF-9A73-57639FDAFA31}" dt="2026-09-10T15:30:51.392" v="10487" actId="478"/>
          <ac:spMkLst>
            <pc:docMk/>
            <pc:sldMk cId="1225522853" sldId="300"/>
            <ac:spMk id="28" creationId="{583BBCB7-0934-B4B1-5D92-C274510AD6BF}"/>
          </ac:spMkLst>
        </pc:spChg>
        <pc:spChg chg="add del mod">
          <ac:chgData name="Sam Erde" userId="9da316d4-e9ec-4138-9db9-744658e2b035" providerId="ADAL" clId="{7D3E50D5-4649-47BF-9A73-57639FDAFA31}" dt="2026-09-10T15:35:00.077" v="10612" actId="14100"/>
          <ac:spMkLst>
            <pc:docMk/>
            <pc:sldMk cId="1225522853" sldId="300"/>
            <ac:spMk id="30" creationId="{6A6D4E3B-5823-ACE2-1A91-85EF8730B18B}"/>
          </ac:spMkLst>
        </pc:spChg>
        <pc:spChg chg="add mod">
          <ac:chgData name="Sam Erde" userId="9da316d4-e9ec-4138-9db9-744658e2b035" providerId="ADAL" clId="{7D3E50D5-4649-47BF-9A73-57639FDAFA31}" dt="2026-09-10T15:34:17.460" v="10598" actId="1076"/>
          <ac:spMkLst>
            <pc:docMk/>
            <pc:sldMk cId="1225522853" sldId="300"/>
            <ac:spMk id="32" creationId="{0E68F9D0-D497-1FA0-87F0-4DB71BC5324B}"/>
          </ac:spMkLst>
        </pc:spChg>
        <pc:spChg chg="mod">
          <ac:chgData name="Sam Erde" userId="9da316d4-e9ec-4138-9db9-744658e2b035" providerId="ADAL" clId="{7D3E50D5-4649-47BF-9A73-57639FDAFA31}" dt="2026-09-10T15:34:17.460" v="10598" actId="1076"/>
          <ac:spMkLst>
            <pc:docMk/>
            <pc:sldMk cId="1225522853" sldId="300"/>
            <ac:spMk id="34" creationId="{7EE4B2BD-B43A-00AA-48BC-757716C50A33}"/>
          </ac:spMkLst>
        </pc:spChg>
        <pc:spChg chg="mod">
          <ac:chgData name="Sam Erde" userId="9da316d4-e9ec-4138-9db9-744658e2b035" providerId="ADAL" clId="{7D3E50D5-4649-47BF-9A73-57639FDAFA31}" dt="2026-09-10T15:34:17.460" v="10598" actId="1076"/>
          <ac:spMkLst>
            <pc:docMk/>
            <pc:sldMk cId="1225522853" sldId="300"/>
            <ac:spMk id="36" creationId="{2C20E45B-D7D2-5B5C-88A8-F488532E0E5B}"/>
          </ac:spMkLst>
        </pc:spChg>
        <pc:spChg chg="del mod ord">
          <ac:chgData name="Sam Erde" userId="9da316d4-e9ec-4138-9db9-744658e2b035" providerId="ADAL" clId="{7D3E50D5-4649-47BF-9A73-57639FDAFA31}" dt="2026-09-10T14:48:01.787" v="9671" actId="478"/>
          <ac:spMkLst>
            <pc:docMk/>
            <pc:sldMk cId="1225522853" sldId="300"/>
            <ac:spMk id="38" creationId="{29C009DE-98EF-2F55-BB59-8E069EC0A727}"/>
          </ac:spMkLst>
        </pc:spChg>
        <pc:spChg chg="add del mod">
          <ac:chgData name="Sam Erde" userId="9da316d4-e9ec-4138-9db9-744658e2b035" providerId="ADAL" clId="{7D3E50D5-4649-47BF-9A73-57639FDAFA31}" dt="2026-09-10T14:48:01.787" v="9671" actId="478"/>
          <ac:spMkLst>
            <pc:docMk/>
            <pc:sldMk cId="1225522853" sldId="300"/>
            <ac:spMk id="40" creationId="{2965C2DA-C76D-45D8-8577-76EF21F686CD}"/>
          </ac:spMkLst>
        </pc:spChg>
        <pc:spChg chg="add del mod">
          <ac:chgData name="Sam Erde" userId="9da316d4-e9ec-4138-9db9-744658e2b035" providerId="ADAL" clId="{7D3E50D5-4649-47BF-9A73-57639FDAFA31}" dt="2026-09-10T14:48:01.787" v="9671" actId="478"/>
          <ac:spMkLst>
            <pc:docMk/>
            <pc:sldMk cId="1225522853" sldId="300"/>
            <ac:spMk id="42" creationId="{9EC87184-4F91-A588-4443-75EAABC20A6A}"/>
          </ac:spMkLst>
        </pc:spChg>
        <pc:spChg chg="add del mod">
          <ac:chgData name="Sam Erde" userId="9da316d4-e9ec-4138-9db9-744658e2b035" providerId="ADAL" clId="{7D3E50D5-4649-47BF-9A73-57639FDAFA31}" dt="2026-09-10T14:48:01.787" v="9671" actId="478"/>
          <ac:spMkLst>
            <pc:docMk/>
            <pc:sldMk cId="1225522853" sldId="300"/>
            <ac:spMk id="44" creationId="{868848A7-F1C4-77D0-9958-F73AD0EA0117}"/>
          </ac:spMkLst>
        </pc:spChg>
        <pc:spChg chg="add del mod">
          <ac:chgData name="Sam Erde" userId="9da316d4-e9ec-4138-9db9-744658e2b035" providerId="ADAL" clId="{7D3E50D5-4649-47BF-9A73-57639FDAFA31}" dt="2026-09-10T14:48:01.787" v="9671" actId="478"/>
          <ac:spMkLst>
            <pc:docMk/>
            <pc:sldMk cId="1225522853" sldId="300"/>
            <ac:spMk id="46" creationId="{B0BC9256-7572-8D44-2C7D-8FB0E024D463}"/>
          </ac:spMkLst>
        </pc:spChg>
        <pc:spChg chg="add del mod">
          <ac:chgData name="Sam Erde" userId="9da316d4-e9ec-4138-9db9-744658e2b035" providerId="ADAL" clId="{7D3E50D5-4649-47BF-9A73-57639FDAFA31}" dt="2026-09-10T15:35:15.920" v="10613" actId="14100"/>
          <ac:spMkLst>
            <pc:docMk/>
            <pc:sldMk cId="1225522853" sldId="300"/>
            <ac:spMk id="47" creationId="{00000000-0000-0000-0000-000000000000}"/>
          </ac:spMkLst>
        </pc:spChg>
        <pc:spChg chg="del mod">
          <ac:chgData name="Sam Erde" userId="9da316d4-e9ec-4138-9db9-744658e2b035" providerId="ADAL" clId="{7D3E50D5-4649-47BF-9A73-57639FDAFA31}" dt="2026-09-10T15:35:15.920" v="10613" actId="14100"/>
          <ac:spMkLst>
            <pc:docMk/>
            <pc:sldMk cId="1225522853" sldId="300"/>
            <ac:spMk id="48" creationId="{00000000-0000-0000-0000-000000000000}"/>
          </ac:spMkLst>
        </pc:spChg>
      </pc:sldChg>
      <pc:sldChg chg="addSp delSp modSp mod modClrScheme chgLayout modNotes modNotesTx">
        <pc:chgData name="Sam Erde" userId="9da316d4-e9ec-4138-9db9-744658e2b035" providerId="ADAL" clId="{7D3E50D5-4649-47BF-9A73-57639FDAFA31}" dt="2026-09-10T15:28:37.880" v="10468" actId="6549"/>
        <pc:sldMkLst>
          <pc:docMk/>
          <pc:sldMk cId="3419642732" sldId="301"/>
        </pc:sldMkLst>
        <pc:spChg chg="add del mod ord">
          <ac:chgData name="Sam Erde" userId="9da316d4-e9ec-4138-9db9-744658e2b035" providerId="ADAL" clId="{7D3E50D5-4649-47BF-9A73-57639FDAFA31}" dt="2026-09-09T17:30:14.735" v="6679" actId="478"/>
          <ac:spMkLst>
            <pc:docMk/>
            <pc:sldMk cId="3419642732" sldId="301"/>
            <ac:spMk id="2" creationId="{7D960805-CAAA-2139-4847-B37DD9C74A38}"/>
          </ac:spMkLst>
        </pc:spChg>
        <pc:spChg chg="add del mod ord">
          <ac:chgData name="Sam Erde" userId="9da316d4-e9ec-4138-9db9-744658e2b035" providerId="ADAL" clId="{7D3E50D5-4649-47BF-9A73-57639FDAFA31}" dt="2026-09-09T17:30:11.697" v="6678" actId="478"/>
          <ac:spMkLst>
            <pc:docMk/>
            <pc:sldMk cId="3419642732" sldId="301"/>
            <ac:spMk id="4" creationId="{14907696-6A4D-74EC-40D0-3A1B6778EC7E}"/>
          </ac:spMkLst>
        </pc:spChg>
        <pc:picChg chg="mod">
          <ac:chgData name="Sam Erde" userId="9da316d4-e9ec-4138-9db9-744658e2b035" providerId="ADAL" clId="{7D3E50D5-4649-47BF-9A73-57639FDAFA31}" dt="2026-09-09T17:30:41.103" v="6697" actId="1038"/>
          <ac:picMkLst>
            <pc:docMk/>
            <pc:sldMk cId="3419642732" sldId="301"/>
            <ac:picMk id="3" creationId="{FAD1EDF2-5268-9033-B9DE-70B81FEFAF15}"/>
          </ac:picMkLst>
        </pc:picChg>
      </pc:sldChg>
      <pc:sldChg chg="modNotesTx">
        <pc:chgData name="Sam Erde" userId="9da316d4-e9ec-4138-9db9-744658e2b035" providerId="ADAL" clId="{7D3E50D5-4649-47BF-9A73-57639FDAFA31}" dt="2026-09-10T14:42:06.738" v="9666" actId="20577"/>
        <pc:sldMkLst>
          <pc:docMk/>
          <pc:sldMk cId="83785911" sldId="302"/>
        </pc:sldMkLst>
      </pc:sldChg>
      <pc:sldChg chg="addSp delSp modSp new mod modNotesTx">
        <pc:chgData name="Sam Erde" userId="9da316d4-e9ec-4138-9db9-744658e2b035" providerId="ADAL" clId="{7D3E50D5-4649-47BF-9A73-57639FDAFA31}" dt="2026-09-10T10:00:31.908" v="9174" actId="313"/>
        <pc:sldMkLst>
          <pc:docMk/>
          <pc:sldMk cId="2349809071" sldId="303"/>
        </pc:sldMkLst>
        <pc:spChg chg="add del mod">
          <ac:chgData name="Sam Erde" userId="9da316d4-e9ec-4138-9db9-744658e2b035" providerId="ADAL" clId="{7D3E50D5-4649-47BF-9A73-57639FDAFA31}" dt="2026-09-03T12:38:40.375" v="3649" actId="2711"/>
          <ac:spMkLst>
            <pc:docMk/>
            <pc:sldMk cId="2349809071" sldId="303"/>
            <ac:spMk id="3" creationId="{715600BB-07D8-3F1B-9717-D0F830FD4AFC}"/>
          </ac:spMkLst>
        </pc:spChg>
        <pc:spChg chg="mod">
          <ac:chgData name="Sam Erde" userId="9da316d4-e9ec-4138-9db9-744658e2b035" providerId="ADAL" clId="{7D3E50D5-4649-47BF-9A73-57639FDAFA31}" dt="2026-09-03T12:38:40.375" v="3649" actId="2711"/>
          <ac:spMkLst>
            <pc:docMk/>
            <pc:sldMk cId="2349809071" sldId="303"/>
            <ac:spMk id="4" creationId="{20E72424-4795-3A36-439A-428401B1371E}"/>
          </ac:spMkLst>
        </pc:spChg>
      </pc:sldChg>
      <pc:sldChg chg="addSp delSp modSp new add del mod ord modShow">
        <pc:chgData name="Sam Erde" userId="9da316d4-e9ec-4138-9db9-744658e2b035" providerId="ADAL" clId="{7D3E50D5-4649-47BF-9A73-57639FDAFA31}" dt="2026-09-10T14:58:07.306" v="9855" actId="2696"/>
        <pc:sldMkLst>
          <pc:docMk/>
          <pc:sldMk cId="1440324333" sldId="304"/>
        </pc:sldMkLst>
        <pc:spChg chg="mod">
          <ac:chgData name="Sam Erde" userId="9da316d4-e9ec-4138-9db9-744658e2b035" providerId="ADAL" clId="{7D3E50D5-4649-47BF-9A73-57639FDAFA31}" dt="2026-09-08T22:56:34.722" v="6562" actId="6549"/>
          <ac:spMkLst>
            <pc:docMk/>
            <pc:sldMk cId="1440324333" sldId="304"/>
            <ac:spMk id="2" creationId="{4AD6CC5D-7789-306E-C21E-8453BF448C43}"/>
          </ac:spMkLst>
        </pc:spChg>
        <pc:spChg chg="add mod">
          <ac:chgData name="Sam Erde" userId="9da316d4-e9ec-4138-9db9-744658e2b035" providerId="ADAL" clId="{7D3E50D5-4649-47BF-9A73-57639FDAFA31}" dt="2026-09-03T12:39:48.616" v="3657" actId="2711"/>
          <ac:spMkLst>
            <pc:docMk/>
            <pc:sldMk cId="1440324333" sldId="304"/>
            <ac:spMk id="4" creationId="{E0F4606E-4C60-E840-6BA0-DD395F9D9D87}"/>
          </ac:spMkLst>
        </pc:spChg>
      </pc:sldChg>
      <pc:sldChg chg="addSp delSp modSp new mod ord modClrScheme chgLayout modNotesTx">
        <pc:chgData name="Sam Erde" userId="9da316d4-e9ec-4138-9db9-744658e2b035" providerId="ADAL" clId="{7D3E50D5-4649-47BF-9A73-57639FDAFA31}" dt="2026-09-10T14:50:27.511" v="9697"/>
        <pc:sldMkLst>
          <pc:docMk/>
          <pc:sldMk cId="3944896411" sldId="305"/>
        </pc:sldMkLst>
        <pc:spChg chg="add del mod ord">
          <ac:chgData name="Sam Erde" userId="9da316d4-e9ec-4138-9db9-744658e2b035" providerId="ADAL" clId="{7D3E50D5-4649-47BF-9A73-57639FDAFA31}" dt="2026-09-10T10:28:03.322" v="9599" actId="478"/>
          <ac:spMkLst>
            <pc:docMk/>
            <pc:sldMk cId="3944896411" sldId="305"/>
            <ac:spMk id="2" creationId="{096F0D48-40E6-7885-BF6C-A28A29338EE9}"/>
          </ac:spMkLst>
        </pc:spChg>
        <pc:spChg chg="add del mod ord">
          <ac:chgData name="Sam Erde" userId="9da316d4-e9ec-4138-9db9-744658e2b035" providerId="ADAL" clId="{7D3E50D5-4649-47BF-9A73-57639FDAFA31}" dt="2026-09-09T17:34:22.029" v="6716" actId="478"/>
          <ac:spMkLst>
            <pc:docMk/>
            <pc:sldMk cId="3944896411" sldId="305"/>
            <ac:spMk id="2" creationId="{9D720C90-FED3-ED64-2190-981821B78788}"/>
          </ac:spMkLst>
        </pc:spChg>
        <pc:spChg chg="add del mod ord">
          <ac:chgData name="Sam Erde" userId="9da316d4-e9ec-4138-9db9-744658e2b035" providerId="ADAL" clId="{7D3E50D5-4649-47BF-9A73-57639FDAFA31}" dt="2026-09-09T17:34:19.289" v="6715" actId="478"/>
          <ac:spMkLst>
            <pc:docMk/>
            <pc:sldMk cId="3944896411" sldId="305"/>
            <ac:spMk id="3" creationId="{153E8164-1964-D0DB-53C9-197D7F5D72E7}"/>
          </ac:spMkLst>
        </pc:spChg>
        <pc:spChg chg="add del mod ord">
          <ac:chgData name="Sam Erde" userId="9da316d4-e9ec-4138-9db9-744658e2b035" providerId="ADAL" clId="{7D3E50D5-4649-47BF-9A73-57639FDAFA31}" dt="2026-09-10T10:28:00.595" v="9598" actId="478"/>
          <ac:spMkLst>
            <pc:docMk/>
            <pc:sldMk cId="3944896411" sldId="305"/>
            <ac:spMk id="3" creationId="{25214451-2C22-6BCF-6AF3-6F230AF45AAC}"/>
          </ac:spMkLst>
        </pc:spChg>
        <pc:picChg chg="add mod">
          <ac:chgData name="Sam Erde" userId="9da316d4-e9ec-4138-9db9-744658e2b035" providerId="ADAL" clId="{7D3E50D5-4649-47BF-9A73-57639FDAFA31}" dt="2026-09-03T19:45:35.160" v="4261" actId="14100"/>
          <ac:picMkLst>
            <pc:docMk/>
            <pc:sldMk cId="3944896411" sldId="305"/>
            <ac:picMk id="5" creationId="{AF007EEB-4217-1BE5-6333-0E1DD7791AAF}"/>
          </ac:picMkLst>
        </pc:picChg>
        <pc:picChg chg="add mod">
          <ac:chgData name="Sam Erde" userId="9da316d4-e9ec-4138-9db9-744658e2b035" providerId="ADAL" clId="{7D3E50D5-4649-47BF-9A73-57639FDAFA31}" dt="2026-09-10T10:28:12.892" v="9600" actId="1076"/>
          <ac:picMkLst>
            <pc:docMk/>
            <pc:sldMk cId="3944896411" sldId="305"/>
            <ac:picMk id="7" creationId="{CEF41422-CA28-55D7-EB20-96BD7F26DBA9}"/>
          </ac:picMkLst>
        </pc:picChg>
      </pc:sldChg>
      <pc:sldChg chg="addSp delSp modSp add mod modClrScheme chgLayout">
        <pc:chgData name="Sam Erde" userId="9da316d4-e9ec-4138-9db9-744658e2b035" providerId="ADAL" clId="{7D3E50D5-4649-47BF-9A73-57639FDAFA31}" dt="2026-09-10T09:45:10.445" v="8828" actId="1037"/>
        <pc:sldMkLst>
          <pc:docMk/>
          <pc:sldMk cId="2912979872" sldId="306"/>
        </pc:sldMkLst>
        <pc:spChg chg="add del mod ord">
          <ac:chgData name="Sam Erde" userId="9da316d4-e9ec-4138-9db9-744658e2b035" providerId="ADAL" clId="{7D3E50D5-4649-47BF-9A73-57639FDAFA31}" dt="2026-09-09T17:25:02.950" v="6610" actId="478"/>
          <ac:spMkLst>
            <pc:docMk/>
            <pc:sldMk cId="2912979872" sldId="306"/>
            <ac:spMk id="2" creationId="{0D1521B2-3981-CC44-2BF1-B544C93CE7B6}"/>
          </ac:spMkLst>
        </pc:spChg>
        <pc:spChg chg="add del mod ord">
          <ac:chgData name="Sam Erde" userId="9da316d4-e9ec-4138-9db9-744658e2b035" providerId="ADAL" clId="{7D3E50D5-4649-47BF-9A73-57639FDAFA31}" dt="2026-09-09T17:29:24.951" v="6676" actId="20577"/>
          <ac:spMkLst>
            <pc:docMk/>
            <pc:sldMk cId="2912979872" sldId="306"/>
            <ac:spMk id="3" creationId="{1C6C1683-0737-6A73-081A-DAFB435C31CA}"/>
          </ac:spMkLst>
        </pc:spChg>
        <pc:spChg chg="del mod">
          <ac:chgData name="Sam Erde" userId="9da316d4-e9ec-4138-9db9-744658e2b035" providerId="ADAL" clId="{7D3E50D5-4649-47BF-9A73-57639FDAFA31}" dt="2026-09-09T17:27:12.538" v="6643" actId="478"/>
          <ac:spMkLst>
            <pc:docMk/>
            <pc:sldMk cId="2912979872" sldId="306"/>
            <ac:spMk id="4" creationId="{CA02B261-C469-6BB0-E897-70EAA735C2CC}"/>
          </ac:spMkLst>
        </pc:spChg>
        <pc:spChg chg="add del mod">
          <ac:chgData name="Sam Erde" userId="9da316d4-e9ec-4138-9db9-744658e2b035" providerId="ADAL" clId="{7D3E50D5-4649-47BF-9A73-57639FDAFA31}" dt="2026-09-09T17:27:07.571" v="6642" actId="478"/>
          <ac:spMkLst>
            <pc:docMk/>
            <pc:sldMk cId="2912979872" sldId="306"/>
            <ac:spMk id="7" creationId="{952F4EAC-57C3-0F38-841F-EA3CBA5CA713}"/>
          </ac:spMkLst>
        </pc:spChg>
        <pc:spChg chg="mod topLvl">
          <ac:chgData name="Sam Erde" userId="9da316d4-e9ec-4138-9db9-744658e2b035" providerId="ADAL" clId="{7D3E50D5-4649-47BF-9A73-57639FDAFA31}" dt="2026-09-09T17:28:35.337" v="6670" actId="21"/>
          <ac:spMkLst>
            <pc:docMk/>
            <pc:sldMk cId="2912979872" sldId="306"/>
            <ac:spMk id="8" creationId="{5B1F0C94-A514-EC2F-BC85-787F4CD28C7D}"/>
          </ac:spMkLst>
        </pc:spChg>
        <pc:spChg chg="add del mod topLvl">
          <ac:chgData name="Sam Erde" userId="9da316d4-e9ec-4138-9db9-744658e2b035" providerId="ADAL" clId="{7D3E50D5-4649-47BF-9A73-57639FDAFA31}" dt="2026-09-09T17:29:01.136" v="6674" actId="403"/>
          <ac:spMkLst>
            <pc:docMk/>
            <pc:sldMk cId="2912979872" sldId="306"/>
            <ac:spMk id="10" creationId="{8023CDDE-2E24-BEDE-4B82-CFEF9A2AA2C5}"/>
          </ac:spMkLst>
        </pc:spChg>
        <pc:grpChg chg="add del mod">
          <ac:chgData name="Sam Erde" userId="9da316d4-e9ec-4138-9db9-744658e2b035" providerId="ADAL" clId="{7D3E50D5-4649-47BF-9A73-57639FDAFA31}" dt="2026-09-10T09:45:10.445" v="8828" actId="1037"/>
          <ac:grpSpMkLst>
            <pc:docMk/>
            <pc:sldMk cId="2912979872" sldId="306"/>
            <ac:grpSpMk id="5" creationId="{3F42FBD9-3A52-CD46-6E7A-48CB1221FB52}"/>
          </ac:grpSpMkLst>
        </pc:grpChg>
      </pc:sldChg>
      <pc:sldChg chg="addSp delSp modSp add mod modClrScheme chgLayout modNotesTx">
        <pc:chgData name="Sam Erde" userId="9da316d4-e9ec-4138-9db9-744658e2b035" providerId="ADAL" clId="{7D3E50D5-4649-47BF-9A73-57639FDAFA31}" dt="2026-09-10T09:43:32.893" v="8744" actId="20577"/>
        <pc:sldMkLst>
          <pc:docMk/>
          <pc:sldMk cId="3887353702" sldId="307"/>
        </pc:sldMkLst>
        <pc:spChg chg="mod">
          <ac:chgData name="Sam Erde" userId="9da316d4-e9ec-4138-9db9-744658e2b035" providerId="ADAL" clId="{7D3E50D5-4649-47BF-9A73-57639FDAFA31}" dt="2026-09-10T09:27:44.970" v="8597" actId="14100"/>
          <ac:spMkLst>
            <pc:docMk/>
            <pc:sldMk cId="3887353702" sldId="307"/>
            <ac:spMk id="2" creationId="{43BE700C-DEA3-BA0E-2798-1B2796F6009B}"/>
          </ac:spMkLst>
        </pc:spChg>
        <pc:spChg chg="del">
          <ac:chgData name="Sam Erde" userId="9da316d4-e9ec-4138-9db9-744658e2b035" providerId="ADAL" clId="{7D3E50D5-4649-47BF-9A73-57639FDAFA31}" dt="2026-09-10T09:23:21.324" v="8536" actId="478"/>
          <ac:spMkLst>
            <pc:docMk/>
            <pc:sldMk cId="3887353702" sldId="307"/>
            <ac:spMk id="23" creationId="{C9637FF0-1C7A-6ED5-752D-ED20DC23607D}"/>
          </ac:spMkLst>
        </pc:spChg>
        <pc:spChg chg="add del mod ord">
          <ac:chgData name="Sam Erde" userId="9da316d4-e9ec-4138-9db9-744658e2b035" providerId="ADAL" clId="{7D3E50D5-4649-47BF-9A73-57639FDAFA31}" dt="2026-09-10T09:23:13.580" v="8534" actId="478"/>
          <ac:spMkLst>
            <pc:docMk/>
            <pc:sldMk cId="3887353702" sldId="307"/>
            <ac:spMk id="24" creationId="{003C80DA-5D6C-330D-7413-DBFC3403BA42}"/>
          </ac:spMkLst>
        </pc:spChg>
        <pc:spChg chg="mod">
          <ac:chgData name="Sam Erde" userId="9da316d4-e9ec-4138-9db9-744658e2b035" providerId="ADAL" clId="{7D3E50D5-4649-47BF-9A73-57639FDAFA31}" dt="2026-09-10T09:30:32.304" v="8606" actId="207"/>
          <ac:spMkLst>
            <pc:docMk/>
            <pc:sldMk cId="3887353702" sldId="307"/>
            <ac:spMk id="25" creationId="{9ECA7484-1894-0AE5-A580-15360F593708}"/>
          </ac:spMkLst>
        </pc:spChg>
        <pc:spChg chg="mod">
          <ac:chgData name="Sam Erde" userId="9da316d4-e9ec-4138-9db9-744658e2b035" providerId="ADAL" clId="{7D3E50D5-4649-47BF-9A73-57639FDAFA31}" dt="2026-09-10T09:30:32.304" v="8606" actId="207"/>
          <ac:spMkLst>
            <pc:docMk/>
            <pc:sldMk cId="3887353702" sldId="307"/>
            <ac:spMk id="26" creationId="{7962A719-BF12-33EB-74B0-1D07D9850382}"/>
          </ac:spMkLst>
        </pc:spChg>
        <pc:spChg chg="mod">
          <ac:chgData name="Sam Erde" userId="9da316d4-e9ec-4138-9db9-744658e2b035" providerId="ADAL" clId="{7D3E50D5-4649-47BF-9A73-57639FDAFA31}" dt="2026-09-10T09:29:54.766" v="8604" actId="408"/>
          <ac:spMkLst>
            <pc:docMk/>
            <pc:sldMk cId="3887353702" sldId="307"/>
            <ac:spMk id="27" creationId="{CDE7B256-A20E-50DE-EF12-673806D06839}"/>
          </ac:spMkLst>
        </pc:spChg>
        <pc:spChg chg="mod">
          <ac:chgData name="Sam Erde" userId="9da316d4-e9ec-4138-9db9-744658e2b035" providerId="ADAL" clId="{7D3E50D5-4649-47BF-9A73-57639FDAFA31}" dt="2026-09-10T09:29:54.766" v="8604" actId="408"/>
          <ac:spMkLst>
            <pc:docMk/>
            <pc:sldMk cId="3887353702" sldId="307"/>
            <ac:spMk id="28" creationId="{27BA337E-F8C9-387F-1018-F6A26FA0E1CC}"/>
          </ac:spMkLst>
        </pc:spChg>
        <pc:spChg chg="add del mod ord">
          <ac:chgData name="Sam Erde" userId="9da316d4-e9ec-4138-9db9-744658e2b035" providerId="ADAL" clId="{7D3E50D5-4649-47BF-9A73-57639FDAFA31}" dt="2026-09-10T09:23:16.388" v="8535" actId="478"/>
          <ac:spMkLst>
            <pc:docMk/>
            <pc:sldMk cId="3887353702" sldId="307"/>
            <ac:spMk id="29" creationId="{A262B2A4-160E-4119-7460-D480DE39D01A}"/>
          </ac:spMkLst>
        </pc:spChg>
        <pc:spChg chg="add mod">
          <ac:chgData name="Sam Erde" userId="9da316d4-e9ec-4138-9db9-744658e2b035" providerId="ADAL" clId="{7D3E50D5-4649-47BF-9A73-57639FDAFA31}" dt="2026-09-10T09:30:39.806" v="8607" actId="207"/>
          <ac:spMkLst>
            <pc:docMk/>
            <pc:sldMk cId="3887353702" sldId="307"/>
            <ac:spMk id="31" creationId="{AE164C04-60AE-5C21-7A29-FDA00AD9970D}"/>
          </ac:spMkLst>
        </pc:spChg>
      </pc:sldChg>
      <pc:sldChg chg="addSp delSp modSp new mod ord modClrScheme chgLayout">
        <pc:chgData name="Sam Erde" userId="9da316d4-e9ec-4138-9db9-744658e2b035" providerId="ADAL" clId="{7D3E50D5-4649-47BF-9A73-57639FDAFA31}" dt="2026-09-10T15:12:10.230" v="10279"/>
        <pc:sldMkLst>
          <pc:docMk/>
          <pc:sldMk cId="2226431962" sldId="308"/>
        </pc:sldMkLst>
        <pc:spChg chg="del mod ord">
          <ac:chgData name="Sam Erde" userId="9da316d4-e9ec-4138-9db9-744658e2b035" providerId="ADAL" clId="{7D3E50D5-4649-47BF-9A73-57639FDAFA31}" dt="2026-09-10T15:11:01.491" v="10265" actId="478"/>
          <ac:spMkLst>
            <pc:docMk/>
            <pc:sldMk cId="2226431962" sldId="308"/>
            <ac:spMk id="2" creationId="{2940A751-DE3C-79FC-FCFE-B626A3BBE6DA}"/>
          </ac:spMkLst>
        </pc:spChg>
        <pc:spChg chg="del mod ord">
          <ac:chgData name="Sam Erde" userId="9da316d4-e9ec-4138-9db9-744658e2b035" providerId="ADAL" clId="{7D3E50D5-4649-47BF-9A73-57639FDAFA31}" dt="2026-09-10T15:08:27.190" v="10010" actId="700"/>
          <ac:spMkLst>
            <pc:docMk/>
            <pc:sldMk cId="2226431962" sldId="308"/>
            <ac:spMk id="3" creationId="{2B393839-2700-ECDE-A24B-1574ACC84B01}"/>
          </ac:spMkLst>
        </pc:spChg>
        <pc:spChg chg="mod ord">
          <ac:chgData name="Sam Erde" userId="9da316d4-e9ec-4138-9db9-744658e2b035" providerId="ADAL" clId="{7D3E50D5-4649-47BF-9A73-57639FDAFA31}" dt="2026-09-10T15:11:59.219" v="10277" actId="20577"/>
          <ac:spMkLst>
            <pc:docMk/>
            <pc:sldMk cId="2226431962" sldId="308"/>
            <ac:spMk id="4" creationId="{8236B632-A0F8-5412-A8A8-7C5773AC4123}"/>
          </ac:spMkLst>
        </pc:spChg>
        <pc:spChg chg="add del mod">
          <ac:chgData name="Sam Erde" userId="9da316d4-e9ec-4138-9db9-744658e2b035" providerId="ADAL" clId="{7D3E50D5-4649-47BF-9A73-57639FDAFA31}" dt="2026-09-10T15:08:38.177" v="10013" actId="478"/>
          <ac:spMkLst>
            <pc:docMk/>
            <pc:sldMk cId="2226431962" sldId="308"/>
            <ac:spMk id="5" creationId="{A51E0DF5-8297-0EDC-3722-24082F80460E}"/>
          </ac:spMkLst>
        </pc:spChg>
        <pc:spChg chg="add del mod">
          <ac:chgData name="Sam Erde" userId="9da316d4-e9ec-4138-9db9-744658e2b035" providerId="ADAL" clId="{7D3E50D5-4649-47BF-9A73-57639FDAFA31}" dt="2026-09-10T15:11:03.420" v="10266" actId="478"/>
          <ac:spMkLst>
            <pc:docMk/>
            <pc:sldMk cId="2226431962" sldId="308"/>
            <ac:spMk id="7" creationId="{8F381C1D-3296-B187-7ECD-0AC799E78749}"/>
          </ac:spMkLst>
        </pc:spChg>
      </pc:sldChg>
    </pc:docChg>
  </pc:docChgLst>
  <pc:docChgLst>
    <pc:chgData name="Merill Fernando" userId="5b7e42e0-d3cf-4ce6-b131-f0c8d5da1ab7" providerId="ADAL" clId="{E307C3A7-F75D-5D6B-AF88-06FC6F542532}"/>
    <pc:docChg chg="undo custSel addSld delSld modSld modSection">
      <pc:chgData name="Merill Fernando" userId="5b7e42e0-d3cf-4ce6-b131-f0c8d5da1ab7" providerId="ADAL" clId="{E307C3A7-F75D-5D6B-AF88-06FC6F542532}" dt="2026-09-03T03:31:08.898" v="519" actId="403"/>
      <pc:docMkLst>
        <pc:docMk/>
      </pc:docMkLst>
      <pc:sldChg chg="delSp modSp mod modNotesTx">
        <pc:chgData name="Merill Fernando" userId="5b7e42e0-d3cf-4ce6-b131-f0c8d5da1ab7" providerId="ADAL" clId="{E307C3A7-F75D-5D6B-AF88-06FC6F542532}" dt="2026-09-03T03:08:48.250" v="456" actId="20577"/>
        <pc:sldMkLst>
          <pc:docMk/>
          <pc:sldMk cId="0" sldId="259"/>
        </pc:sldMkLst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7:11.219" v="250" actId="2711"/>
          <ac:spMkLst>
            <pc:docMk/>
            <pc:sldMk cId="0" sldId="259"/>
            <ac:spMk id="14" creationId="{00000000-0000-0000-0000-000000000000}"/>
          </ac:spMkLst>
        </pc:spChg>
      </pc:sldChg>
      <pc:sldChg chg="addSp delSp modSp mod modNotesTx">
        <pc:chgData name="Merill Fernando" userId="5b7e42e0-d3cf-4ce6-b131-f0c8d5da1ab7" providerId="ADAL" clId="{E307C3A7-F75D-5D6B-AF88-06FC6F542532}" dt="2026-09-03T03:20:28.489" v="481" actId="1076"/>
        <pc:sldMkLst>
          <pc:docMk/>
          <pc:sldMk cId="0" sldId="264"/>
        </pc:sldMkLst>
        <pc:spChg chg="mod">
          <ac:chgData name="Merill Fernando" userId="5b7e42e0-d3cf-4ce6-b131-f0c8d5da1ab7" providerId="ADAL" clId="{E307C3A7-F75D-5D6B-AF88-06FC6F542532}" dt="2026-09-03T02:07:20.962" v="252" actId="1076"/>
          <ac:spMkLst>
            <pc:docMk/>
            <pc:sldMk cId="0" sldId="264"/>
            <ac:spMk id="2" creationId="{00000000-0000-0000-0000-000000000000}"/>
          </ac:spMkLst>
        </pc:spChg>
        <pc:picChg chg="add mod">
          <ac:chgData name="Merill Fernando" userId="5b7e42e0-d3cf-4ce6-b131-f0c8d5da1ab7" providerId="ADAL" clId="{E307C3A7-F75D-5D6B-AF88-06FC6F542532}" dt="2026-09-03T03:20:25.447" v="480" actId="14100"/>
          <ac:picMkLst>
            <pc:docMk/>
            <pc:sldMk cId="0" sldId="264"/>
            <ac:picMk id="23" creationId="{A3921F8D-306F-8AAA-D5B3-6790C710E9B1}"/>
          </ac:picMkLst>
        </pc:picChg>
      </pc:sldChg>
      <pc:sldChg chg="modSp mod">
        <pc:chgData name="Merill Fernando" userId="5b7e42e0-d3cf-4ce6-b131-f0c8d5da1ab7" providerId="ADAL" clId="{E307C3A7-F75D-5D6B-AF88-06FC6F542532}" dt="2026-09-03T03:22:24.444" v="503" actId="20577"/>
        <pc:sldMkLst>
          <pc:docMk/>
          <pc:sldMk cId="0" sldId="265"/>
        </pc:sldMkLst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8:32.733" v="255" actId="2711"/>
          <ac:spMkLst>
            <pc:docMk/>
            <pc:sldMk cId="0" sldId="265"/>
            <ac:spMk id="2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3:22:24.444" v="503" actId="20577"/>
          <ac:spMkLst>
            <pc:docMk/>
            <pc:sldMk cId="0" sldId="265"/>
            <ac:spMk id="26" creationId="{00000000-0000-0000-0000-000000000000}"/>
          </ac:spMkLst>
        </pc:spChg>
      </pc:sldChg>
      <pc:sldChg chg="modSp mod">
        <pc:chgData name="Merill Fernando" userId="5b7e42e0-d3cf-4ce6-b131-f0c8d5da1ab7" providerId="ADAL" clId="{E307C3A7-F75D-5D6B-AF88-06FC6F542532}" dt="2026-09-03T02:09:21.719" v="257" actId="2711"/>
        <pc:sldMkLst>
          <pc:docMk/>
          <pc:sldMk cId="0" sldId="267"/>
        </pc:sldMkLst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7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11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14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1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19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09:21.719" v="257" actId="2711"/>
          <ac:spMkLst>
            <pc:docMk/>
            <pc:sldMk cId="0" sldId="267"/>
            <ac:spMk id="20" creationId="{00000000-0000-0000-0000-000000000000}"/>
          </ac:spMkLst>
        </pc:spChg>
      </pc:sldChg>
      <pc:sldChg chg="modSp mod">
        <pc:chgData name="Merill Fernando" userId="5b7e42e0-d3cf-4ce6-b131-f0c8d5da1ab7" providerId="ADAL" clId="{E307C3A7-F75D-5D6B-AF88-06FC6F542532}" dt="2026-09-03T02:11:30.427" v="267" actId="255"/>
        <pc:sldMkLst>
          <pc:docMk/>
          <pc:sldMk cId="0" sldId="268"/>
        </pc:sldMkLst>
        <pc:spChg chg="mod">
          <ac:chgData name="Merill Fernando" userId="5b7e42e0-d3cf-4ce6-b131-f0c8d5da1ab7" providerId="ADAL" clId="{E307C3A7-F75D-5D6B-AF88-06FC6F542532}" dt="2026-09-03T02:10:41.756" v="260" actId="2711"/>
          <ac:spMkLst>
            <pc:docMk/>
            <pc:sldMk cId="0" sldId="268"/>
            <ac:spMk id="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1:13.803" v="266" actId="255"/>
          <ac:spMkLst>
            <pc:docMk/>
            <pc:sldMk cId="0" sldId="268"/>
            <ac:spMk id="5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0:52.982" v="261" actId="2711"/>
          <ac:spMkLst>
            <pc:docMk/>
            <pc:sldMk cId="0" sldId="268"/>
            <ac:spMk id="8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1:03.552" v="263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0:52.982" v="261" actId="2711"/>
          <ac:spMkLst>
            <pc:docMk/>
            <pc:sldMk cId="0" sldId="268"/>
            <ac:spMk id="1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1:03.552" v="263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0:52.982" v="261" actId="2711"/>
          <ac:spMkLst>
            <pc:docMk/>
            <pc:sldMk cId="0" sldId="268"/>
            <ac:spMk id="1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1:03.552" v="263" actId="403"/>
          <ac:spMkLst>
            <pc:docMk/>
            <pc:sldMk cId="0" sldId="268"/>
            <ac:spMk id="17" creationId="{00000000-0000-0000-0000-000000000000}"/>
          </ac:spMkLst>
        </pc:spChg>
      </pc:sldChg>
      <pc:sldChg chg="delSp modSp mod">
        <pc:chgData name="Merill Fernando" userId="5b7e42e0-d3cf-4ce6-b131-f0c8d5da1ab7" providerId="ADAL" clId="{E307C3A7-F75D-5D6B-AF88-06FC6F542532}" dt="2026-09-03T03:31:08.898" v="519" actId="403"/>
        <pc:sldMkLst>
          <pc:docMk/>
          <pc:sldMk cId="0" sldId="270"/>
        </pc:sldMkLst>
        <pc:spChg chg="mod">
          <ac:chgData name="Merill Fernando" userId="5b7e42e0-d3cf-4ce6-b131-f0c8d5da1ab7" providerId="ADAL" clId="{E307C3A7-F75D-5D6B-AF88-06FC6F542532}" dt="2026-09-03T02:15:57.638" v="271" actId="2711"/>
          <ac:spMkLst>
            <pc:docMk/>
            <pc:sldMk cId="0" sldId="270"/>
            <ac:spMk id="2" creationId="{00000000-0000-0000-0000-000000000000}"/>
          </ac:spMkLst>
        </pc:spChg>
      </pc:sldChg>
      <pc:sldChg chg="modSp mod">
        <pc:chgData name="Merill Fernando" userId="5b7e42e0-d3cf-4ce6-b131-f0c8d5da1ab7" providerId="ADAL" clId="{E307C3A7-F75D-5D6B-AF88-06FC6F542532}" dt="2026-09-03T03:29:02.212" v="507" actId="20577"/>
        <pc:sldMkLst>
          <pc:docMk/>
          <pc:sldMk cId="0" sldId="272"/>
        </pc:sldMkLst>
        <pc:spChg chg="mod">
          <ac:chgData name="Merill Fernando" userId="5b7e42e0-d3cf-4ce6-b131-f0c8d5da1ab7" providerId="ADAL" clId="{E307C3A7-F75D-5D6B-AF88-06FC6F542532}" dt="2026-09-03T03:29:02.212" v="507" actId="20577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Merill Fernando" userId="5b7e42e0-d3cf-4ce6-b131-f0c8d5da1ab7" providerId="ADAL" clId="{E307C3A7-F75D-5D6B-AF88-06FC6F542532}" dt="2026-09-03T02:17:38.784" v="281" actId="403"/>
        <pc:sldMkLst>
          <pc:docMk/>
          <pc:sldMk cId="0" sldId="273"/>
        </pc:sldMkLst>
        <pc:spChg chg="mod">
          <ac:chgData name="Merill Fernando" userId="5b7e42e0-d3cf-4ce6-b131-f0c8d5da1ab7" providerId="ADAL" clId="{E307C3A7-F75D-5D6B-AF88-06FC6F542532}" dt="2026-09-03T02:17:22.920" v="279" actId="2711"/>
          <ac:spMkLst>
            <pc:docMk/>
            <pc:sldMk cId="0" sldId="273"/>
            <ac:spMk id="2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7:32.077" v="280" actId="403"/>
          <ac:spMkLst>
            <pc:docMk/>
            <pc:sldMk cId="0" sldId="273"/>
            <ac:spMk id="6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7:38.784" v="281" actId="403"/>
          <ac:spMkLst>
            <pc:docMk/>
            <pc:sldMk cId="0" sldId="273"/>
            <ac:spMk id="7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7:32.077" v="280" actId="403"/>
          <ac:spMkLst>
            <pc:docMk/>
            <pc:sldMk cId="0" sldId="273"/>
            <ac:spMk id="10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7:38.784" v="281" actId="403"/>
          <ac:spMkLst>
            <pc:docMk/>
            <pc:sldMk cId="0" sldId="273"/>
            <ac:spMk id="11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7:32.077" v="280" actId="403"/>
          <ac:spMkLst>
            <pc:docMk/>
            <pc:sldMk cId="0" sldId="273"/>
            <ac:spMk id="14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17:38.784" v="281" actId="403"/>
          <ac:spMkLst>
            <pc:docMk/>
            <pc:sldMk cId="0" sldId="273"/>
            <ac:spMk id="15" creationId="{00000000-0000-0000-0000-000000000000}"/>
          </ac:spMkLst>
        </pc:spChg>
      </pc:sldChg>
      <pc:sldChg chg="modSp mod">
        <pc:chgData name="Merill Fernando" userId="5b7e42e0-d3cf-4ce6-b131-f0c8d5da1ab7" providerId="ADAL" clId="{E307C3A7-F75D-5D6B-AF88-06FC6F542532}" dt="2026-09-03T02:18:12.735" v="284" actId="27636"/>
        <pc:sldMkLst>
          <pc:docMk/>
          <pc:sldMk cId="0" sldId="277"/>
        </pc:sldMkLst>
        <pc:spChg chg="mod">
          <ac:chgData name="Merill Fernando" userId="5b7e42e0-d3cf-4ce6-b131-f0c8d5da1ab7" providerId="ADAL" clId="{E307C3A7-F75D-5D6B-AF88-06FC6F542532}" dt="2026-09-03T02:18:12.724" v="283" actId="403"/>
          <ac:spMkLst>
            <pc:docMk/>
            <pc:sldMk cId="0" sldId="277"/>
            <ac:spMk id="18" creationId="{5B311996-8D29-6735-48C5-784A459E7601}"/>
          </ac:spMkLst>
        </pc:spChg>
        <pc:spChg chg="mod">
          <ac:chgData name="Merill Fernando" userId="5b7e42e0-d3cf-4ce6-b131-f0c8d5da1ab7" providerId="ADAL" clId="{E307C3A7-F75D-5D6B-AF88-06FC6F542532}" dt="2026-09-03T02:18:12.735" v="284" actId="27636"/>
          <ac:spMkLst>
            <pc:docMk/>
            <pc:sldMk cId="0" sldId="277"/>
            <ac:spMk id="19" creationId="{07C6737B-19D1-6A40-BA18-FFACEE404969}"/>
          </ac:spMkLst>
        </pc:spChg>
      </pc:sldChg>
      <pc:sldChg chg="addSp delSp modSp mod">
        <pc:chgData name="Merill Fernando" userId="5b7e42e0-d3cf-4ce6-b131-f0c8d5da1ab7" providerId="ADAL" clId="{E307C3A7-F75D-5D6B-AF88-06FC6F542532}" dt="2026-09-03T01:01:07.969" v="212" actId="20577"/>
        <pc:sldMkLst>
          <pc:docMk/>
          <pc:sldMk cId="2804117843" sldId="278"/>
        </pc:sldMkLst>
        <pc:spChg chg="mod">
          <ac:chgData name="Merill Fernando" userId="5b7e42e0-d3cf-4ce6-b131-f0c8d5da1ab7" providerId="ADAL" clId="{E307C3A7-F75D-5D6B-AF88-06FC6F542532}" dt="2026-09-03T00:54:27.476" v="88" actId="20577"/>
          <ac:spMkLst>
            <pc:docMk/>
            <pc:sldMk cId="2804117843" sldId="278"/>
            <ac:spMk id="13" creationId="{DCA89121-E0CF-847A-393E-8FF69BD09929}"/>
          </ac:spMkLst>
        </pc:spChg>
        <pc:spChg chg="mod">
          <ac:chgData name="Merill Fernando" userId="5b7e42e0-d3cf-4ce6-b131-f0c8d5da1ab7" providerId="ADAL" clId="{E307C3A7-F75D-5D6B-AF88-06FC6F542532}" dt="2026-09-03T01:01:07.969" v="212" actId="20577"/>
          <ac:spMkLst>
            <pc:docMk/>
            <pc:sldMk cId="2804117843" sldId="278"/>
            <ac:spMk id="14" creationId="{22B61F7B-73E5-56F0-4939-080041B7CAB7}"/>
          </ac:spMkLst>
        </pc:spChg>
        <pc:picChg chg="add mod ord">
          <ac:chgData name="Merill Fernando" userId="5b7e42e0-d3cf-4ce6-b131-f0c8d5da1ab7" providerId="ADAL" clId="{E307C3A7-F75D-5D6B-AF88-06FC6F542532}" dt="2026-09-03T00:54:07.219" v="60" actId="931"/>
          <ac:picMkLst>
            <pc:docMk/>
            <pc:sldMk cId="2804117843" sldId="278"/>
            <ac:picMk id="6" creationId="{BA827989-2D82-68C9-0885-104FC57900A6}"/>
          </ac:picMkLst>
        </pc:picChg>
      </pc:sldChg>
      <pc:sldChg chg="modSp mod">
        <pc:chgData name="Merill Fernando" userId="5b7e42e0-d3cf-4ce6-b131-f0c8d5da1ab7" providerId="ADAL" clId="{E307C3A7-F75D-5D6B-AF88-06FC6F542532}" dt="2026-09-03T02:18:33.792" v="285" actId="2711"/>
        <pc:sldMkLst>
          <pc:docMk/>
          <pc:sldMk cId="2599153153" sldId="282"/>
        </pc:sldMkLst>
        <pc:spChg chg="mod">
          <ac:chgData name="Merill Fernando" userId="5b7e42e0-d3cf-4ce6-b131-f0c8d5da1ab7" providerId="ADAL" clId="{E307C3A7-F75D-5D6B-AF88-06FC6F542532}" dt="2026-09-03T02:18:33.792" v="285" actId="2711"/>
          <ac:spMkLst>
            <pc:docMk/>
            <pc:sldMk cId="2599153153" sldId="282"/>
            <ac:spMk id="2" creationId="{2AF2327A-CEB1-591C-3FF2-1952047504E8}"/>
          </ac:spMkLst>
        </pc:spChg>
        <pc:spChg chg="mod">
          <ac:chgData name="Merill Fernando" userId="5b7e42e0-d3cf-4ce6-b131-f0c8d5da1ab7" providerId="ADAL" clId="{E307C3A7-F75D-5D6B-AF88-06FC6F542532}" dt="2026-09-03T02:18:33.792" v="285" actId="2711"/>
          <ac:spMkLst>
            <pc:docMk/>
            <pc:sldMk cId="2599153153" sldId="282"/>
            <ac:spMk id="5" creationId="{C96742A7-CD9A-97CA-C41D-B40D294C8E7E}"/>
          </ac:spMkLst>
        </pc:spChg>
        <pc:spChg chg="mod">
          <ac:chgData name="Merill Fernando" userId="5b7e42e0-d3cf-4ce6-b131-f0c8d5da1ab7" providerId="ADAL" clId="{E307C3A7-F75D-5D6B-AF88-06FC6F542532}" dt="2026-09-03T02:18:33.792" v="285" actId="2711"/>
          <ac:spMkLst>
            <pc:docMk/>
            <pc:sldMk cId="2599153153" sldId="282"/>
            <ac:spMk id="7" creationId="{4325F17C-AC8B-BE10-1D1F-1A26C6405F10}"/>
          </ac:spMkLst>
        </pc:spChg>
      </pc:sldChg>
      <pc:sldChg chg="addSp delSp modSp mod">
        <pc:chgData name="Merill Fernando" userId="5b7e42e0-d3cf-4ce6-b131-f0c8d5da1ab7" providerId="ADAL" clId="{E307C3A7-F75D-5D6B-AF88-06FC6F542532}" dt="2026-09-03T01:16:48.920" v="222" actId="21"/>
        <pc:sldMkLst>
          <pc:docMk/>
          <pc:sldMk cId="32499835" sldId="288"/>
        </pc:sldMkLst>
        <pc:spChg chg="add mod">
          <ac:chgData name="Merill Fernando" userId="5b7e42e0-d3cf-4ce6-b131-f0c8d5da1ab7" providerId="ADAL" clId="{E307C3A7-F75D-5D6B-AF88-06FC6F542532}" dt="2026-09-03T01:16:32.335" v="218" actId="478"/>
          <ac:spMkLst>
            <pc:docMk/>
            <pc:sldMk cId="32499835" sldId="288"/>
            <ac:spMk id="6" creationId="{601B87F7-4567-9925-D3F4-9D6EF096B2BF}"/>
          </ac:spMkLst>
        </pc:spChg>
      </pc:sldChg>
      <pc:sldChg chg="delSp modSp mod">
        <pc:chgData name="Merill Fernando" userId="5b7e42e0-d3cf-4ce6-b131-f0c8d5da1ab7" providerId="ADAL" clId="{E307C3A7-F75D-5D6B-AF88-06FC6F542532}" dt="2026-09-03T02:37:35.216" v="297" actId="403"/>
        <pc:sldMkLst>
          <pc:docMk/>
          <pc:sldMk cId="4068054892" sldId="289"/>
        </pc:sldMkLst>
        <pc:spChg chg="mod">
          <ac:chgData name="Merill Fernando" userId="5b7e42e0-d3cf-4ce6-b131-f0c8d5da1ab7" providerId="ADAL" clId="{E307C3A7-F75D-5D6B-AF88-06FC6F542532}" dt="2026-09-03T02:37:35.216" v="297" actId="403"/>
          <ac:spMkLst>
            <pc:docMk/>
            <pc:sldMk cId="4068054892" sldId="289"/>
            <ac:spMk id="17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37:24.002" v="293" actId="403"/>
          <ac:spMkLst>
            <pc:docMk/>
            <pc:sldMk cId="4068054892" sldId="289"/>
            <ac:spMk id="21" creationId="{00000000-0000-0000-0000-000000000000}"/>
          </ac:spMkLst>
        </pc:spChg>
        <pc:spChg chg="mod">
          <ac:chgData name="Merill Fernando" userId="5b7e42e0-d3cf-4ce6-b131-f0c8d5da1ab7" providerId="ADAL" clId="{E307C3A7-F75D-5D6B-AF88-06FC6F542532}" dt="2026-09-03T02:37:29.573" v="295" actId="403"/>
          <ac:spMkLst>
            <pc:docMk/>
            <pc:sldMk cId="4068054892" sldId="289"/>
            <ac:spMk id="25" creationId="{00000000-0000-0000-0000-000000000000}"/>
          </ac:spMkLst>
        </pc:spChg>
      </pc:sldChg>
      <pc:sldChg chg="addSp delSp modSp add mod">
        <pc:chgData name="Merill Fernando" userId="5b7e42e0-d3cf-4ce6-b131-f0c8d5da1ab7" providerId="ADAL" clId="{E307C3A7-F75D-5D6B-AF88-06FC6F542532}" dt="2026-09-03T02:36:39.177" v="291" actId="14100"/>
        <pc:sldMkLst>
          <pc:docMk/>
          <pc:sldMk cId="2854457068" sldId="296"/>
        </pc:sldMkLst>
        <pc:picChg chg="add mod">
          <ac:chgData name="Merill Fernando" userId="5b7e42e0-d3cf-4ce6-b131-f0c8d5da1ab7" providerId="ADAL" clId="{E307C3A7-F75D-5D6B-AF88-06FC6F542532}" dt="2026-09-03T02:36:39.177" v="291" actId="14100"/>
          <ac:picMkLst>
            <pc:docMk/>
            <pc:sldMk cId="2854457068" sldId="296"/>
            <ac:picMk id="7" creationId="{00577CDC-2FAD-F091-994B-4BED6DD59A99}"/>
          </ac:picMkLst>
        </pc:picChg>
      </pc:sldChg>
      <pc:sldChg chg="modSp mod">
        <pc:chgData name="Merill Fernando" userId="5b7e42e0-d3cf-4ce6-b131-f0c8d5da1ab7" providerId="ADAL" clId="{E307C3A7-F75D-5D6B-AF88-06FC6F542532}" dt="2026-09-03T02:09:39.664" v="258" actId="2711"/>
        <pc:sldMkLst>
          <pc:docMk/>
          <pc:sldMk cId="1225522853" sldId="300"/>
        </pc:sldMkLst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3" creationId="{27727426-8506-8E30-5CC1-1EF88A73B190}"/>
          </ac:spMkLst>
        </pc:spChg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20" creationId="{9670F7F7-4504-2137-8D84-7ABD991140BC}"/>
          </ac:spMkLst>
        </pc:spChg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22" creationId="{FCD2E1EB-C8AF-8B11-BA3E-6312C3804828}"/>
          </ac:spMkLst>
        </pc:spChg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24" creationId="{183C9D38-A820-BAE2-F261-27268F879B2F}"/>
          </ac:spMkLst>
        </pc:spChg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30" creationId="{6A6D4E3B-5823-ACE2-1A91-85EF8730B18B}"/>
          </ac:spMkLst>
        </pc:spChg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32" creationId="{0E68F9D0-D497-1FA0-87F0-4DB71BC5324B}"/>
          </ac:spMkLst>
        </pc:spChg>
        <pc:spChg chg="mod">
          <ac:chgData name="Merill Fernando" userId="5b7e42e0-d3cf-4ce6-b131-f0c8d5da1ab7" providerId="ADAL" clId="{E307C3A7-F75D-5D6B-AF88-06FC6F542532}" dt="2026-09-03T02:09:39.664" v="258" actId="2711"/>
          <ac:spMkLst>
            <pc:docMk/>
            <pc:sldMk cId="1225522853" sldId="300"/>
            <ac:spMk id="34" creationId="{7EE4B2BD-B43A-00AA-48BC-757716C50A33}"/>
          </ac:spMkLst>
        </pc:spChg>
      </pc:sldChg>
      <pc:sldChg chg="addSp delSp modSp add mod">
        <pc:chgData name="Merill Fernando" userId="5b7e42e0-d3cf-4ce6-b131-f0c8d5da1ab7" providerId="ADAL" clId="{E307C3A7-F75D-5D6B-AF88-06FC6F542532}" dt="2026-09-03T01:59:14.519" v="244" actId="14100"/>
        <pc:sldMkLst>
          <pc:docMk/>
          <pc:sldMk cId="3419642732" sldId="301"/>
        </pc:sldMkLst>
        <pc:picChg chg="add mod">
          <ac:chgData name="Merill Fernando" userId="5b7e42e0-d3cf-4ce6-b131-f0c8d5da1ab7" providerId="ADAL" clId="{E307C3A7-F75D-5D6B-AF88-06FC6F542532}" dt="2026-09-03T01:59:14.519" v="244" actId="14100"/>
          <ac:picMkLst>
            <pc:docMk/>
            <pc:sldMk cId="3419642732" sldId="301"/>
            <ac:picMk id="3" creationId="{FAD1EDF2-5268-9033-B9DE-70B81FEFAF15}"/>
          </ac:picMkLst>
        </pc:picChg>
      </pc:sldChg>
      <pc:sldChg chg="addSp delSp modSp add mod modAnim">
        <pc:chgData name="Merill Fernando" userId="5b7e42e0-d3cf-4ce6-b131-f0c8d5da1ab7" providerId="ADAL" clId="{E307C3A7-F75D-5D6B-AF88-06FC6F542532}" dt="2026-09-03T02:47:27.336" v="308" actId="1076"/>
        <pc:sldMkLst>
          <pc:docMk/>
          <pc:sldMk cId="83785911" sldId="302"/>
        </pc:sldMkLst>
        <pc:picChg chg="add mod">
          <ac:chgData name="Merill Fernando" userId="5b7e42e0-d3cf-4ce6-b131-f0c8d5da1ab7" providerId="ADAL" clId="{E307C3A7-F75D-5D6B-AF88-06FC6F542532}" dt="2026-09-03T02:47:27.336" v="308" actId="1076"/>
          <ac:picMkLst>
            <pc:docMk/>
            <pc:sldMk cId="83785911" sldId="302"/>
            <ac:picMk id="18" creationId="{5A01D3C1-157E-A286-F481-348E9ACB68CD}"/>
          </ac:picMkLst>
        </pc:picChg>
      </pc:sldChg>
    </pc:docChg>
  </pc:docChgLst>
  <pc:docChgLst>
    <pc:chgData name="merill" userId="S::merill_jozra.com#ext#@tctechnologist.onmicrosoft.com::3933d46e-9f22-4b78-83b2-8c543af003e9" providerId="AD" clId="Web-{BC5AA5CB-401C-31AB-009F-E37B678922F5}"/>
    <pc:docChg chg="modSld">
      <pc:chgData name="merill" userId="S::merill_jozra.com#ext#@tctechnologist.onmicrosoft.com::3933d46e-9f22-4b78-83b2-8c543af003e9" providerId="AD" clId="Web-{BC5AA5CB-401C-31AB-009F-E37B678922F5}" dt="2026-09-03T01:51:00.658" v="13" actId="14100"/>
      <pc:docMkLst>
        <pc:docMk/>
      </pc:docMkLst>
      <pc:sldChg chg="addSp delSp modSp">
        <pc:chgData name="merill" userId="S::merill_jozra.com#ext#@tctechnologist.onmicrosoft.com::3933d46e-9f22-4b78-83b2-8c543af003e9" providerId="AD" clId="Web-{BC5AA5CB-401C-31AB-009F-E37B678922F5}" dt="2026-09-03T01:51:00.658" v="13" actId="14100"/>
        <pc:sldMkLst>
          <pc:docMk/>
          <pc:sldMk cId="32499835" sldId="288"/>
        </pc:sldMkLst>
        <pc:picChg chg="add mod">
          <ac:chgData name="merill" userId="S::merill_jozra.com#ext#@tctechnologist.onmicrosoft.com::3933d46e-9f22-4b78-83b2-8c543af003e9" providerId="AD" clId="Web-{BC5AA5CB-401C-31AB-009F-E37B678922F5}" dt="2026-09-03T01:51:00.658" v="13" actId="14100"/>
          <ac:picMkLst>
            <pc:docMk/>
            <pc:sldMk cId="32499835" sldId="288"/>
            <ac:picMk id="3" creationId="{29059820-A121-ED34-5F75-1D95824220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50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Sam:</a:t>
            </a:r>
            <a:r>
              <a:rPr lang="en-US"/>
              <a:t> </a:t>
            </a:r>
            <a:r>
              <a:t>A (show of hands): “Hands up if you </a:t>
            </a:r>
            <a:r>
              <a:rPr lang="en-US"/>
              <a:t>use</a:t>
            </a:r>
            <a:r>
              <a:t> a security benchmark </a:t>
            </a:r>
            <a:r>
              <a:rPr lang="en-US"/>
              <a:t>for</a:t>
            </a:r>
            <a:r>
              <a:t> your tenant — CIS, </a:t>
            </a:r>
            <a:r>
              <a:rPr lang="en-AU" err="1"/>
              <a:t>SCuBA</a:t>
            </a:r>
            <a:r>
              <a:t>, anything. Keep them up if that benchmark knows which </a:t>
            </a:r>
            <a:r>
              <a:rPr lang="en-US"/>
              <a:t>organizations you should have cross-tenant collaboration configured for</a:t>
            </a:r>
            <a:r>
              <a:t>. </a:t>
            </a:r>
            <a:r>
              <a:rPr lang="en-US"/>
              <a:t>OK, </a:t>
            </a:r>
            <a:r>
              <a:t>Every hand that just dropped — </a:t>
            </a:r>
            <a:r>
              <a:rPr lang="en-US"/>
              <a:t>OK, </a:t>
            </a:r>
            <a:r>
              <a:t>that gap is </a:t>
            </a:r>
            <a:r>
              <a:rPr lang="en-US"/>
              <a:t>what </a:t>
            </a:r>
            <a:r>
              <a:t>this talk</a:t>
            </a:r>
            <a:r>
              <a:rPr lang="en-US"/>
              <a:t> will be diving into</a:t>
            </a:r>
            <a:r>
              <a:t>.”</a:t>
            </a:r>
            <a:endParaRPr lang="en-US"/>
          </a:p>
          <a:p>
            <a:endParaRPr lang="en-US"/>
          </a:p>
          <a:p>
            <a:r>
              <a:rPr lang="en-US"/>
              <a:t>Let’s talk about how to increase your resilience by knowing and monitoring for the intent of your security and compliance policies, not just your security benchmarks. But first, a quick introduction…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Amazing family and a few animals at home. Shout out to my wife and all the significant others that support us.</a:t>
            </a:r>
          </a:p>
        </p:txBody>
      </p:sp>
    </p:spTree>
    <p:extLst>
      <p:ext uri="{BB962C8B-B14F-4D97-AF65-F5344CB8AC3E}">
        <p14:creationId xmlns:p14="http://schemas.microsoft.com/office/powerpoint/2010/main" val="2670829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16000"/>
              </a:lnSpc>
              <a:buNone/>
              <a:defRPr sz="2600" b="0">
                <a:solidFill>
                  <a:srgbClr val="B9BCC2"/>
                </a:solidFill>
                <a:latin typeface="Arial"/>
              </a:defRPr>
            </a:pPr>
            <a:r>
              <a:rPr lang="en-US" sz="2400" b="1">
                <a:latin typeface="Arial"/>
              </a:rPr>
              <a:t>Sam</a:t>
            </a:r>
            <a:r>
              <a:rPr lang="en-US" sz="2400">
                <a:latin typeface="Arial"/>
              </a:rPr>
              <a:t>: “OK, let’s get back to that gap. Many benchmarks know…”</a:t>
            </a:r>
          </a:p>
          <a:p>
            <a:pPr marL="0" indent="0">
              <a:lnSpc>
                <a:spcPct val="116000"/>
              </a:lnSpc>
              <a:buNone/>
              <a:defRPr sz="2600" b="0">
                <a:solidFill>
                  <a:srgbClr val="B9BCC2"/>
                </a:solidFill>
                <a:latin typeface="Arial"/>
              </a:defRPr>
            </a:pPr>
            <a:endParaRPr lang="en-US" sz="2400">
              <a:latin typeface="Arial"/>
            </a:endParaRPr>
          </a:p>
          <a:p>
            <a:pPr marL="0" indent="0">
              <a:lnSpc>
                <a:spcPct val="116000"/>
              </a:lnSpc>
              <a:buNone/>
              <a:defRPr sz="2600" b="0">
                <a:solidFill>
                  <a:srgbClr val="B9BCC2"/>
                </a:solidFill>
                <a:latin typeface="Arial"/>
              </a:defRPr>
            </a:pPr>
            <a:r>
              <a:rPr lang="en-US" sz="2400">
                <a:latin typeface="Arial"/>
              </a:rPr>
              <a:t>Merill, is about to tell a really interesting story, and while he does, I want you to keep this question in the back of your minds. ‘What makes your tenant uniquely yours?’”</a:t>
            </a:r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56ED0-E31C-2643-A945-C438CA5742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14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/>
              <a:t>Merill</a:t>
            </a:r>
            <a:r>
              <a:rPr lang="en-US" b="0"/>
              <a:t> 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13258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/>
              <a:t>Merill</a:t>
            </a:r>
            <a:r>
              <a:rPr lang="en-US" b="0"/>
              <a:t> 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58011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Sam:</a:t>
            </a:r>
            <a:r>
              <a:rPr lang="en-US" b="0"/>
              <a:t> Audrey is scanning 70 tenants with Maester. As of now, more than 60,000 tenants have been scanned with Maester and it has been downloaded 625,000 times. That’s pretty awesome!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Sam:</a:t>
            </a:r>
            <a:r>
              <a:rPr lang="en-US" b="0"/>
              <a:t> “Maester wouldn’t be what it is today if others in the community hadn’t contributed their little piece of expertise. Merill, tell us about what community means to Maester.”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86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B585-BA8E-D314-E4F9-9C930C14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91DDB-0598-12CC-59F3-36492B63D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02646-739B-449E-BBA0-4561BD72D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Merill:</a:t>
            </a:r>
            <a:r>
              <a:rPr lang="en-US" b="0"/>
              <a:t> Intro and talk about people contributing to different areas.</a:t>
            </a:r>
          </a:p>
          <a:p>
            <a:endParaRPr lang="en-US" b="1"/>
          </a:p>
          <a:p>
            <a:r>
              <a:rPr lang="en-US" b="1"/>
              <a:t>Sam:</a:t>
            </a:r>
            <a:r>
              <a:rPr lang="en-US" b="0"/>
              <a:t> Personal story of how contributing to Maester has helped my own career and MVP recognition.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9CA44-DACD-C78B-F361-6246F834B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23B6C-8B30-AE6A-DE29-E84CED49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21020-198A-94BA-5FA8-39FA8AD32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D96E2-0CE5-D000-4147-31D9EF7CC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Merill:</a:t>
            </a:r>
            <a:r>
              <a:rPr lang="en-US" b="0"/>
              <a:t> What is Maester – the technical description.</a:t>
            </a:r>
            <a:endParaRPr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3BA25-7647-BDE7-5D62-B15DBD209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16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D813-8C1E-21C9-97A3-F427AD99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7C995-0B4B-16EA-8B74-DC4888C95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9FED8-C753-9547-103A-BEDEABE8D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Merill</a:t>
            </a:r>
            <a:r>
              <a:rPr lang="en-US" b="0"/>
              <a:t>: Narrate video demo. Sam to add supporting comments. Open a tab with a full report when the demo is over.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C5105-2BC5-60D7-1B29-A93E38D63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7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/>
              <a:t>Sam:</a:t>
            </a:r>
            <a:r>
              <a:rPr lang="en-AU" b="0"/>
              <a:t> </a:t>
            </a:r>
            <a:r>
              <a:rPr lang="en-US" b="0"/>
              <a:t>“Let’s look at a common example of how you are relying on a scream test, and you don’t even know it.”</a:t>
            </a:r>
            <a:r>
              <a:rPr lang="en-US" b="1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0"/>
              <a:t>Show Entra with CA policy, delete group, and then ask how it would get detected.</a:t>
            </a:r>
          </a:p>
          <a:p>
            <a:endParaRPr lang="en-AU" b="0"/>
          </a:p>
          <a:p>
            <a:r>
              <a:rPr lang="en-US" b="1"/>
              <a:t>Merill:</a:t>
            </a:r>
            <a:r>
              <a:rPr lang="en-US" b="0"/>
              <a:t> Create a custom test that validates the presence of your groups that must always exist.</a:t>
            </a:r>
          </a:p>
          <a:p>
            <a:endParaRPr lang="en-US" b="0"/>
          </a:p>
          <a:p>
            <a:r>
              <a:rPr lang="en-US" b="1"/>
              <a:t>Sam</a:t>
            </a:r>
            <a:r>
              <a:rPr lang="en-US" b="0"/>
              <a:t>: “So, by monitoring the fragile elements of your </a:t>
            </a:r>
            <a:r>
              <a:rPr lang="en-US" b="0" i="1"/>
              <a:t>policy</a:t>
            </a:r>
            <a:r>
              <a:rPr lang="en-US" b="0"/>
              <a:t>, you now can begin adding </a:t>
            </a:r>
            <a:r>
              <a:rPr lang="en-US" b="0" i="1"/>
              <a:t>resiliency</a:t>
            </a:r>
            <a:r>
              <a:rPr lang="en-US" b="0"/>
              <a:t> in a whole new way.”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1E7C-1391-8D52-387F-D279784A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D8B55-04A5-B465-02A2-9283C4FD4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A1E7F-5F18-E13B-F8B7-583BCAE35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Merill: Here’s how it works…</a:t>
            </a:r>
          </a:p>
          <a:p>
            <a:endParaRPr lang="en-US"/>
          </a:p>
          <a:p>
            <a:r>
              <a:rPr lang="en-US"/>
              <a:t>The important thing to remember is, you can test anything you can query.</a:t>
            </a:r>
          </a:p>
          <a:p>
            <a:endParaRPr lang="en-US"/>
          </a:p>
          <a:p>
            <a:r>
              <a:rPr lang="en-US"/>
              <a:t>Sam: Can I use it with Active Directory?</a:t>
            </a:r>
          </a:p>
          <a:p>
            <a:r>
              <a:rPr lang="en-US"/>
              <a:t>Merill: Yes</a:t>
            </a:r>
          </a:p>
          <a:p>
            <a:r>
              <a:rPr lang="en-US"/>
              <a:t>Sam: Can I use it with my firewalls?</a:t>
            </a:r>
          </a:p>
          <a:p>
            <a:r>
              <a:rPr lang="en-US"/>
              <a:t>Merill: Yes</a:t>
            </a:r>
          </a:p>
          <a:p>
            <a:r>
              <a:rPr lang="en-US"/>
              <a:t>Sam: Can I use it with my business applications?</a:t>
            </a:r>
          </a:p>
          <a:p>
            <a:r>
              <a:rPr lang="en-US"/>
              <a:t>Merill: Yes (if they have an API or CLI).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800A9-EABE-E6F7-CF4B-6C3A3F2EB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68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Merill:</a:t>
            </a:r>
            <a:r>
              <a:rPr lang="en-US" b="0"/>
              <a:t> All</a:t>
            </a:r>
            <a:r>
              <a:rPr lang="en-US"/>
              <a:t> of this is what EVERY tenant should do. What should your tenant do?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/>
              <a:t>Sam:</a:t>
            </a:r>
            <a:r>
              <a:rPr lang="en-US" b="0"/>
              <a:t> “Security benchmarks are great, but how resilient is the implementation of your policies?”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842326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Sam:</a:t>
            </a:r>
            <a:r>
              <a:rPr lang="en-US" b="0"/>
              <a:t> “</a:t>
            </a:r>
            <a:r>
              <a:rPr lang="en-US"/>
              <a:t>What are the critical things that would cause an outage if they were removed or changed?”</a:t>
            </a:r>
          </a:p>
          <a:p>
            <a:endParaRPr lang="en-US"/>
          </a:p>
          <a:p>
            <a:r>
              <a:rPr lang="en-US"/>
              <a:t>Examples: VPN groups, cross-tenant management or collaboration relationships, dynamic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53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Sam:</a:t>
            </a:r>
            <a:r>
              <a:rPr lang="en-US"/>
              <a:t> </a:t>
            </a:r>
            <a:r>
              <a:t>“None of these are in any benchmark. </a:t>
            </a:r>
            <a:r>
              <a:rPr lang="en-US"/>
              <a:t>You can query all of them, so that means you can test all of them.”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8D42-9295-FEC0-16F9-A3EED51F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8DE9D-DC6D-CF51-00CD-9E4653003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4B220-DBA2-9685-56F9-B00187268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Sam: Introduce these differences.</a:t>
            </a:r>
          </a:p>
          <a:p>
            <a:endParaRPr lang="en-US" dirty="0"/>
          </a:p>
          <a:p>
            <a:r>
              <a:rPr lang="en-US" b="1" dirty="0"/>
              <a:t>Merill:</a:t>
            </a:r>
            <a:r>
              <a:rPr lang="en-US" dirty="0"/>
              <a:t> Walk through example of acquiring a tenant and adding a domain. Loop.</a:t>
            </a:r>
          </a:p>
          <a:p>
            <a:endParaRPr lang="en-US" dirty="0"/>
          </a:p>
          <a:p>
            <a:r>
              <a:rPr lang="en-US" b="1" dirty="0"/>
              <a:t>Sam: </a:t>
            </a:r>
            <a:r>
              <a:rPr lang="en-US" dirty="0"/>
              <a:t>“At this point some of you are thinking: isn't this just configuration drift monitoring? Anyone?” Drift is inherently temporal. A guardrail doesn’t have to know anything about yesterday or about a baseline.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7953F6"/>
                </a:solidFill>
                <a:latin typeface="Candara" panose="020E0502030303020204" pitchFamily="34" charset="0"/>
              </a:rPr>
              <a:t>HOW TO TELL WHICH ONE YOU’RE WRITING:  </a:t>
            </a:r>
            <a:r>
              <a:rPr lang="en-US" sz="1200" b="0" dirty="0">
                <a:solidFill>
                  <a:srgbClr val="060709"/>
                </a:solidFill>
                <a:latin typeface="Candara" panose="020E0502030303020204" pitchFamily="34" charset="0"/>
              </a:rPr>
              <a:t>Can you answer it from the current tenant plus your own policy? That’s a guardrail. Do you need a previous scan to know what’s acceptable? That’s drift.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rgbClr val="060709"/>
              </a:solidFill>
              <a:latin typeface="Candara" panose="020E0502030303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060709"/>
                </a:solidFill>
                <a:latin typeface="Candara" panose="020E0502030303020204" pitchFamily="34" charset="0"/>
              </a:rPr>
              <a:t>Talk about monitoring for mitigating controls when your organization has a documented exception to not use a security benchmark recommendation.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52F58-F5D3-A596-B7C1-A20163D09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37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/>
              <a:t>Sam:</a:t>
            </a:r>
            <a:r>
              <a:rPr lang="en-US" b="0"/>
              <a:t> Here is an example of 7 tests that I created in under an hour. None of these are things that get checked by security benchmarks. In a moment, Merill is going to walk through how simple it is to add a test to Maester.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664143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Merill</a:t>
            </a:r>
            <a:r>
              <a:rPr lang="en-US" b="0"/>
              <a:t>: Describe it. (</a:t>
            </a:r>
            <a:r>
              <a:rPr lang="en-US" b="0" err="1"/>
              <a:t>haha</a:t>
            </a:r>
            <a:r>
              <a:rPr lang="en-US" b="0"/>
              <a:t>) “</a:t>
            </a:r>
            <a:r>
              <a:rPr lang="en-US"/>
              <a:t>Everything else is just PowerShell”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Merill demonstrates.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Sam:</a:t>
            </a:r>
            <a:r>
              <a:rPr lang="en-US" b="0"/>
              <a:t> Talk through what this looks like when your organization starts monitoring policy resilience.</a:t>
            </a:r>
          </a:p>
          <a:p>
            <a:endParaRPr lang="en-US" b="0"/>
          </a:p>
          <a:p>
            <a:r>
              <a:rPr lang="en-US" b="1"/>
              <a:t>Merill:</a:t>
            </a:r>
            <a:r>
              <a:rPr lang="en-US" b="0"/>
              <a:t> Demo of test creation by copying example from web site.</a:t>
            </a:r>
            <a:endParaRPr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Closing call to action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k-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A30E-7895-BA3D-C53E-C829F09B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2753" y="1722557"/>
            <a:ext cx="7963560" cy="193899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9A26B-15F7-1E25-D246-2F731BC63C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303500" y="4338638"/>
            <a:ext cx="7962900" cy="705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16E9BC-EF59-0CC5-150D-CA5605FFD4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3254" y="570807"/>
            <a:ext cx="5697283" cy="28826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D11529-1768-02B6-B22A-2B22BF777FFA}"/>
              </a:ext>
            </a:extLst>
          </p:cNvPr>
          <p:cNvGrpSpPr/>
          <p:nvPr userDrawn="1"/>
        </p:nvGrpSpPr>
        <p:grpSpPr>
          <a:xfrm>
            <a:off x="-2261932" y="5380094"/>
            <a:ext cx="27187587" cy="8484761"/>
            <a:chOff x="-2261932" y="5380094"/>
            <a:chExt cx="27187587" cy="848476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A4BC4F-CB34-E896-C526-6F71857591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2261932" y="5380094"/>
              <a:ext cx="14455519" cy="8484761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80C882-2046-9613-E186-7FD27847F474}"/>
                </a:ext>
              </a:extLst>
            </p:cNvPr>
            <p:cNvSpPr/>
            <p:nvPr userDrawn="1"/>
          </p:nvSpPr>
          <p:spPr>
            <a:xfrm>
              <a:off x="11152505" y="12849173"/>
              <a:ext cx="13773150" cy="866828"/>
            </a:xfrm>
            <a:prstGeom prst="rect">
              <a:avLst/>
            </a:prstGeom>
            <a:solidFill>
              <a:srgbClr val="5729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126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7E6B5E-8BFA-F01D-A5E9-507F87059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387175" cy="13716000"/>
          </a:xfrm>
          <a:prstGeom prst="rect">
            <a:avLst/>
          </a:prstGeom>
          <a:solidFill>
            <a:srgbClr val="06070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A33E82B-B607-9615-0138-C43AE826A6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91015" y="3643109"/>
            <a:ext cx="7978861" cy="7211422"/>
          </a:xfrm>
          <a:custGeom>
            <a:avLst/>
            <a:gdLst>
              <a:gd name="connsiteX0" fmla="*/ 7978861 w 7978861"/>
              <a:gd name="connsiteY0" fmla="*/ 0 h 7211422"/>
              <a:gd name="connsiteX1" fmla="*/ 7165543 w 7978861"/>
              <a:gd name="connsiteY1" fmla="*/ 7211422 h 7211422"/>
              <a:gd name="connsiteX2" fmla="*/ 0 w 7978861"/>
              <a:gd name="connsiteY2" fmla="*/ 7194739 h 7211422"/>
              <a:gd name="connsiteX3" fmla="*/ 592263 w 7978861"/>
              <a:gd name="connsiteY3" fmla="*/ 1805984 h 7211422"/>
              <a:gd name="connsiteX4" fmla="*/ 2565081 w 7978861"/>
              <a:gd name="connsiteY4" fmla="*/ 29196 h 721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8861" h="7211422">
                <a:moveTo>
                  <a:pt x="7978861" y="0"/>
                </a:moveTo>
                <a:lnTo>
                  <a:pt x="7165543" y="7211422"/>
                </a:lnTo>
                <a:lnTo>
                  <a:pt x="0" y="7194739"/>
                </a:lnTo>
                <a:lnTo>
                  <a:pt x="592263" y="1805984"/>
                </a:lnTo>
                <a:cubicBezTo>
                  <a:pt x="700705" y="796635"/>
                  <a:pt x="1551561" y="33367"/>
                  <a:pt x="2565081" y="291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ADCEF-89F4-319E-7C32-69E5C62B0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610" y="651470"/>
            <a:ext cx="3990852" cy="20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7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ost -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2D41-EE8D-2481-1DBF-05756244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716" y="1709362"/>
            <a:ext cx="7583978" cy="9971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CF0E214-6F7C-9C88-6706-598D701FB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716" y="3785745"/>
            <a:ext cx="7962900" cy="705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B06740-3C52-9A57-2EEF-3DD807632A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11395669"/>
            <a:ext cx="3990852" cy="2019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E331CF-B059-80B1-F694-2A20E813C5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410079" y="423746"/>
            <a:ext cx="9530267" cy="1367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1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ano keys - sideba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C9F7-FF62-A79C-C96A-8E52821B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7811" y="4062346"/>
            <a:ext cx="11058245" cy="193899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C44874C-A0B9-BCBB-E8BB-55F6E339F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47811" y="6486415"/>
            <a:ext cx="7962900" cy="705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08740A-8A07-7671-39EE-1AF58CA1A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45987" y="810174"/>
            <a:ext cx="5697283" cy="2882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B4B338-D3FE-F160-CF8A-8B02F4D502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114" y="288553"/>
            <a:ext cx="5912737" cy="134274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671A8D-1DD1-FAC8-4E15-04E19844B8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800" y="6543996"/>
            <a:ext cx="1266626" cy="1119607"/>
          </a:xfrm>
          <a:prstGeom prst="rect">
            <a:avLst/>
          </a:prstGeom>
        </p:spPr>
      </p:pic>
      <p:sp>
        <p:nvSpPr>
          <p:cNvPr id="19" name="Graphic 3">
            <a:extLst>
              <a:ext uri="{FF2B5EF4-FFF2-40B4-BE49-F238E27FC236}">
                <a16:creationId xmlns:a16="http://schemas.microsoft.com/office/drawing/2014/main" id="{5D73E479-F6F3-4753-9270-6FD36C5360F2}"/>
              </a:ext>
            </a:extLst>
          </p:cNvPr>
          <p:cNvSpPr/>
          <p:nvPr userDrawn="1"/>
        </p:nvSpPr>
        <p:spPr>
          <a:xfrm>
            <a:off x="562942" y="6229992"/>
            <a:ext cx="694841" cy="628008"/>
          </a:xfrm>
          <a:custGeom>
            <a:avLst/>
            <a:gdLst>
              <a:gd name="connsiteX0" fmla="*/ 1822133 w 1822132"/>
              <a:gd name="connsiteY0" fmla="*/ 0 h 1646872"/>
              <a:gd name="connsiteX1" fmla="*/ 585788 w 1822132"/>
              <a:gd name="connsiteY1" fmla="*/ 6668 h 1646872"/>
              <a:gd name="connsiteX2" fmla="*/ 135255 w 1822132"/>
              <a:gd name="connsiteY2" fmla="*/ 412433 h 1646872"/>
              <a:gd name="connsiteX3" fmla="*/ 0 w 1822132"/>
              <a:gd name="connsiteY3" fmla="*/ 1643063 h 1646872"/>
              <a:gd name="connsiteX4" fmla="*/ 1636395 w 1822132"/>
              <a:gd name="connsiteY4" fmla="*/ 1646873 h 1646872"/>
              <a:gd name="connsiteX5" fmla="*/ 1822133 w 1822132"/>
              <a:gd name="connsiteY5" fmla="*/ 0 h 164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2132" h="1646872">
                <a:moveTo>
                  <a:pt x="1822133" y="0"/>
                </a:moveTo>
                <a:lnTo>
                  <a:pt x="585788" y="6668"/>
                </a:lnTo>
                <a:cubicBezTo>
                  <a:pt x="354330" y="7620"/>
                  <a:pt x="160020" y="181927"/>
                  <a:pt x="135255" y="412433"/>
                </a:cubicBezTo>
                <a:lnTo>
                  <a:pt x="0" y="1643063"/>
                </a:lnTo>
                <a:lnTo>
                  <a:pt x="1636395" y="1646873"/>
                </a:lnTo>
                <a:lnTo>
                  <a:pt x="1822133" y="0"/>
                </a:lnTo>
                <a:close/>
              </a:path>
            </a:pathLst>
          </a:custGeom>
          <a:solidFill>
            <a:schemeClr val="accent1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56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90060-4262-399A-5125-3CBF861C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975" y="3107856"/>
            <a:ext cx="21033938" cy="99719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A4D67DB-4431-C077-4573-8E832CF92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7975" y="4636349"/>
            <a:ext cx="7962900" cy="705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E713E3-B36D-A62B-3D79-1EE4F187E5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610" y="651470"/>
            <a:ext cx="3990852" cy="20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2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593C-F7BC-9A7F-0A3E-BA1B224B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024" y="2973385"/>
            <a:ext cx="21571983" cy="99719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C4D19CC-615D-A35B-6DCA-9B20C8C33A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64024" y="4423698"/>
            <a:ext cx="7962900" cy="70596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E125AB-B3F9-7CC1-5F3B-B7AB3621E7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3610" y="651470"/>
            <a:ext cx="3987675" cy="2019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853C9A-8E6C-9049-86DB-CDB3C51E2C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360" y="803870"/>
            <a:ext cx="3990849" cy="201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5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-call 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E4A9466-4CE0-F748-5664-8A678A9E7B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72751" y="-800283"/>
            <a:ext cx="18041262" cy="15947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4E873B-18EF-4CDC-9057-86E01CE67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292" y="3000279"/>
            <a:ext cx="7557084" cy="27281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58F559E-8249-EA9F-5543-EBD8040BF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7292" y="6209968"/>
            <a:ext cx="7962900" cy="705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E9C54-9E91-8F3E-F67E-087EC863A4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30276" y="6858000"/>
            <a:ext cx="6526212" cy="1270000"/>
          </a:xfrm>
        </p:spPr>
        <p:txBody>
          <a:bodyPr>
            <a:normAutofit/>
          </a:bodyPr>
          <a:lstStyle>
            <a:lvl1pPr marL="0" indent="0">
              <a:buNone/>
              <a:defRPr sz="9600" i="1"/>
            </a:lvl1pPr>
          </a:lstStyle>
          <a:p>
            <a:pPr lvl="0"/>
            <a:r>
              <a:rPr lang="en-US"/>
              <a:t>HEADLINE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CCA43-B454-69F1-4912-8B6AFF4AF0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610" y="651470"/>
            <a:ext cx="3990852" cy="20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9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-no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66BE-D593-70ED-881D-97D9EF49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F337680-F820-1383-12D1-0F8CDE88F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02070" y="4338638"/>
            <a:ext cx="21033938" cy="7059612"/>
          </a:xfrm>
        </p:spPr>
        <p:txBody>
          <a:bodyPr/>
          <a:lstStyle>
            <a:lvl1pPr>
              <a:defRPr>
                <a:solidFill>
                  <a:srgbClr val="060709"/>
                </a:solidFill>
              </a:defRPr>
            </a:lvl1pPr>
            <a:lvl2pPr>
              <a:defRPr>
                <a:solidFill>
                  <a:srgbClr val="060709"/>
                </a:solidFill>
              </a:defRPr>
            </a:lvl2pPr>
            <a:lvl3pPr>
              <a:defRPr>
                <a:solidFill>
                  <a:srgbClr val="060709"/>
                </a:solidFill>
              </a:defRPr>
            </a:lvl3pPr>
            <a:lvl4pPr>
              <a:defRPr>
                <a:solidFill>
                  <a:srgbClr val="060709"/>
                </a:solidFill>
              </a:defRPr>
            </a:lvl4pPr>
            <a:lvl5pPr>
              <a:defRPr>
                <a:solidFill>
                  <a:srgbClr val="06070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06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-no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D73E-101F-E52F-06C7-3EC07B80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E6C2734-0F53-D499-3268-C3CBF90A81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02070" y="4338638"/>
            <a:ext cx="21033938" cy="70596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889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80BDACB-5456-10E7-E795-9FFA8FB9C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2069" y="4393096"/>
            <a:ext cx="21033938" cy="7960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9BA0E96-A726-5BBE-6F80-19E6ACA0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069" y="2973385"/>
            <a:ext cx="21033938" cy="99719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42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49" r:id="rId2"/>
    <p:sldLayoutId id="2147483652" r:id="rId3"/>
    <p:sldLayoutId id="2147483649" r:id="rId4"/>
    <p:sldLayoutId id="2147483650" r:id="rId5"/>
    <p:sldLayoutId id="2147483651" r:id="rId6"/>
    <p:sldLayoutId id="2147483653" r:id="rId7"/>
    <p:sldLayoutId id="2147483654" r:id="rId8"/>
    <p:sldLayoutId id="214748373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7000" b="1" i="0" u="none" strike="noStrike" kern="1200" cap="none" spc="0" normalizeH="0" baseline="0" dirty="0">
          <a:ln>
            <a:noFill/>
          </a:ln>
          <a:solidFill>
            <a:srgbClr val="E5E7E6"/>
          </a:solidFill>
          <a:effectLst/>
          <a:uLnTx/>
          <a:uFillTx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Clate/Custom-Maester-Tests/tree/main/tests/Entra/Attribute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067B-6326-5F9D-E409-072CB9E6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E6C7E0-309B-385E-7426-97C26D74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5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3">
            <a:extLst>
              <a:ext uri="{FF2B5EF4-FFF2-40B4-BE49-F238E27FC236}">
                <a16:creationId xmlns:a16="http://schemas.microsoft.com/office/drawing/2014/main" id="{5B311996-8D29-6735-48C5-784A459E7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2874" y="2793772"/>
            <a:ext cx="9633528" cy="2989088"/>
          </a:xfrm>
        </p:spPr>
        <p:txBody>
          <a:bodyPr/>
          <a:lstStyle/>
          <a:p>
            <a:pPr>
              <a:lnSpc>
                <a:spcPct val="112000"/>
              </a:lnSpc>
              <a:defRPr sz="3000" b="0">
                <a:solidFill>
                  <a:srgbClr val="B9BCC2"/>
                </a:solidFill>
                <a:latin typeface="Arial"/>
              </a:defRPr>
            </a:pPr>
            <a:r>
              <a:rPr lang="en-US" sz="8000">
                <a:solidFill>
                  <a:schemeClr val="accent1"/>
                </a:solidFill>
                <a:latin typeface="Candara" panose="020E0502030303020204" pitchFamily="34" charset="0"/>
              </a:rPr>
              <a:t>Beyond Baselines</a:t>
            </a:r>
            <a:br>
              <a:rPr lang="en-US" sz="800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4800" b="0">
                <a:solidFill>
                  <a:srgbClr val="B9BCC2"/>
                </a:solidFill>
                <a:latin typeface="Candara" panose="020E0502030303020204" pitchFamily="34" charset="0"/>
              </a:rPr>
              <a:t>Building custom identity security testing with Maester and PowerShell</a:t>
            </a:r>
            <a:endParaRPr lang="en-US" sz="3200">
              <a:latin typeface="Candara" panose="020E0502030303020204" pitchFamily="34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7C6737B-19D1-6A40-BA18-FFACEE4049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32873" y="6858000"/>
            <a:ext cx="9633528" cy="4698515"/>
          </a:xfrm>
        </p:spPr>
        <p:txBody>
          <a:bodyPr>
            <a:normAutofit/>
          </a:bodyPr>
          <a:lstStyle/>
          <a:p>
            <a:pPr marL="0" indent="0">
              <a:buNone/>
              <a:defRPr sz="3400" b="1">
                <a:solidFill>
                  <a:srgbClr val="FFFFFF"/>
                </a:solidFill>
                <a:latin typeface="Arial"/>
              </a:defRPr>
            </a:pPr>
            <a:r>
              <a:rPr lang="en-US" sz="6000" b="1">
                <a:solidFill>
                  <a:srgbClr val="FFFFFF"/>
                </a:solidFill>
                <a:latin typeface="Candara" panose="020E0502030303020204" pitchFamily="34" charset="0"/>
              </a:rPr>
              <a:t>Merill Fernando</a:t>
            </a:r>
          </a:p>
          <a:p>
            <a:pPr marL="0" indent="0">
              <a:buNone/>
              <a:defRPr sz="2400" b="0">
                <a:solidFill>
                  <a:srgbClr val="8A8F98"/>
                </a:solidFill>
                <a:latin typeface="Arial"/>
              </a:defRPr>
            </a:pPr>
            <a:r>
              <a:rPr lang="en-AU" sz="3200">
                <a:solidFill>
                  <a:srgbClr val="8A8F98"/>
                </a:solidFill>
                <a:latin typeface="Candara" panose="020E0502030303020204" pitchFamily="34" charset="0"/>
              </a:rPr>
              <a:t>Co-creator of Maester</a:t>
            </a:r>
          </a:p>
          <a:p>
            <a:pPr marL="0" indent="0">
              <a:buNone/>
              <a:defRPr sz="2400" b="0">
                <a:solidFill>
                  <a:srgbClr val="8A8F98"/>
                </a:solidFill>
                <a:latin typeface="Arial"/>
              </a:defRPr>
            </a:pPr>
            <a:r>
              <a:rPr lang="en-AU" sz="3200">
                <a:solidFill>
                  <a:srgbClr val="8A8F98"/>
                </a:solidFill>
                <a:latin typeface="Candara" panose="020E0502030303020204" pitchFamily="34" charset="0"/>
              </a:rPr>
              <a:t>Ex-Microsoft Entra PM</a:t>
            </a:r>
          </a:p>
          <a:p>
            <a:pPr marL="0" indent="0">
              <a:buNone/>
              <a:defRPr sz="2400" b="0">
                <a:solidFill>
                  <a:srgbClr val="8A8F98"/>
                </a:solidFill>
                <a:latin typeface="Arial"/>
              </a:defRPr>
            </a:pPr>
            <a:endParaRPr lang="en-US" sz="2800" b="1">
              <a:solidFill>
                <a:srgbClr val="FFFFFF"/>
              </a:solidFill>
              <a:latin typeface="Candara" panose="020E0502030303020204" pitchFamily="34" charset="0"/>
            </a:endParaRPr>
          </a:p>
          <a:p>
            <a:pPr marL="0" indent="0">
              <a:buNone/>
              <a:defRPr sz="2400" b="0">
                <a:solidFill>
                  <a:srgbClr val="8A8F98"/>
                </a:solidFill>
                <a:latin typeface="Arial"/>
              </a:defRPr>
            </a:pPr>
            <a:r>
              <a:rPr lang="en-US" sz="6000" b="1">
                <a:solidFill>
                  <a:srgbClr val="FFFFFF"/>
                </a:solidFill>
                <a:latin typeface="Candara" panose="020E0502030303020204" pitchFamily="34" charset="0"/>
              </a:rPr>
              <a:t>Sam Erde</a:t>
            </a:r>
          </a:p>
          <a:p>
            <a:pPr marL="0" indent="0">
              <a:buNone/>
              <a:defRPr sz="2400" b="0">
                <a:solidFill>
                  <a:srgbClr val="8A8F98"/>
                </a:solidFill>
                <a:latin typeface="Arial"/>
              </a:defRPr>
            </a:pPr>
            <a:r>
              <a:rPr lang="en-US" sz="3200">
                <a:solidFill>
                  <a:srgbClr val="8A8F98"/>
                </a:solidFill>
                <a:latin typeface="Candara" panose="020E0502030303020204" pitchFamily="34" charset="0"/>
              </a:rPr>
              <a:t>Maester Maintainer</a:t>
            </a:r>
          </a:p>
          <a:p>
            <a:pPr marL="0" indent="0">
              <a:buNone/>
              <a:defRPr sz="2400" b="0">
                <a:solidFill>
                  <a:srgbClr val="8A8F98"/>
                </a:solidFill>
                <a:latin typeface="Arial"/>
              </a:defRPr>
            </a:pPr>
            <a:r>
              <a:rPr lang="en-US" sz="3200">
                <a:solidFill>
                  <a:srgbClr val="8A8F98"/>
                </a:solidFill>
                <a:latin typeface="Candara" panose="020E0502030303020204" pitchFamily="34" charset="0"/>
              </a:rPr>
              <a:t>SecureShield365 Architect at Patriot Consulting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A827989-2D82-68C9-0885-104FC57900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815" b="4815"/>
          <a:stretch>
            <a:fillRect/>
          </a:stretch>
        </p:blipFill>
        <p:spPr>
          <a:custGeom>
            <a:avLst/>
            <a:gdLst>
              <a:gd name="connsiteX0" fmla="*/ 7978861 w 7978861"/>
              <a:gd name="connsiteY0" fmla="*/ 0 h 7211422"/>
              <a:gd name="connsiteX1" fmla="*/ 7165543 w 7978861"/>
              <a:gd name="connsiteY1" fmla="*/ 7211422 h 7211422"/>
              <a:gd name="connsiteX2" fmla="*/ 0 w 7978861"/>
              <a:gd name="connsiteY2" fmla="*/ 7194739 h 7211422"/>
              <a:gd name="connsiteX3" fmla="*/ 592263 w 7978861"/>
              <a:gd name="connsiteY3" fmla="*/ 1805984 h 7211422"/>
              <a:gd name="connsiteX4" fmla="*/ 2565081 w 7978861"/>
              <a:gd name="connsiteY4" fmla="*/ 29196 h 721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8861" h="7211422">
                <a:moveTo>
                  <a:pt x="7978861" y="0"/>
                </a:moveTo>
                <a:lnTo>
                  <a:pt x="7165543" y="7211422"/>
                </a:lnTo>
                <a:lnTo>
                  <a:pt x="0" y="7194739"/>
                </a:lnTo>
                <a:lnTo>
                  <a:pt x="592263" y="1805984"/>
                </a:lnTo>
                <a:cubicBezTo>
                  <a:pt x="700705" y="796635"/>
                  <a:pt x="1551561" y="33367"/>
                  <a:pt x="2565081" y="29196"/>
                </a:cubicBezTo>
                <a:close/>
              </a:path>
            </a:pathLst>
          </a:custGeom>
        </p:spPr>
      </p:pic>
      <p:sp>
        <p:nvSpPr>
          <p:cNvPr id="4" name="Graphic 15">
            <a:extLst>
              <a:ext uri="{FF2B5EF4-FFF2-40B4-BE49-F238E27FC236}">
                <a16:creationId xmlns:a16="http://schemas.microsoft.com/office/drawing/2014/main" id="{393BB0F2-6725-F67E-C3CD-1604F950D43E}"/>
              </a:ext>
            </a:extLst>
          </p:cNvPr>
          <p:cNvSpPr/>
          <p:nvPr/>
        </p:nvSpPr>
        <p:spPr>
          <a:xfrm>
            <a:off x="9249369" y="4384834"/>
            <a:ext cx="2282504" cy="2088833"/>
          </a:xfrm>
          <a:custGeom>
            <a:avLst/>
            <a:gdLst>
              <a:gd name="connsiteX0" fmla="*/ 1492568 w 1584117"/>
              <a:gd name="connsiteY0" fmla="*/ 1422083 h 1449704"/>
              <a:gd name="connsiteX1" fmla="*/ 0 w 1584117"/>
              <a:gd name="connsiteY1" fmla="*/ 1449705 h 1449704"/>
              <a:gd name="connsiteX2" fmla="*/ 160973 w 1584117"/>
              <a:gd name="connsiteY2" fmla="*/ 0 h 1449704"/>
              <a:gd name="connsiteX3" fmla="*/ 1136333 w 1584117"/>
              <a:gd name="connsiteY3" fmla="*/ 0 h 1449704"/>
              <a:gd name="connsiteX4" fmla="*/ 1582103 w 1584117"/>
              <a:gd name="connsiteY4" fmla="*/ 490537 h 1449704"/>
              <a:gd name="connsiteX5" fmla="*/ 1492568 w 1584117"/>
              <a:gd name="connsiteY5" fmla="*/ 1422083 h 144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4117" h="1449704">
                <a:moveTo>
                  <a:pt x="1492568" y="1422083"/>
                </a:moveTo>
                <a:lnTo>
                  <a:pt x="0" y="1449705"/>
                </a:lnTo>
                <a:lnTo>
                  <a:pt x="160973" y="0"/>
                </a:lnTo>
                <a:lnTo>
                  <a:pt x="1136333" y="0"/>
                </a:lnTo>
                <a:cubicBezTo>
                  <a:pt x="1400175" y="0"/>
                  <a:pt x="1606868" y="227647"/>
                  <a:pt x="1582103" y="490537"/>
                </a:cubicBezTo>
                <a:lnTo>
                  <a:pt x="1492568" y="1422083"/>
                </a:lnTo>
                <a:close/>
              </a:path>
            </a:pathLst>
          </a:custGeom>
          <a:solidFill>
            <a:schemeClr val="accent2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Graphic 15">
            <a:extLst>
              <a:ext uri="{FF2B5EF4-FFF2-40B4-BE49-F238E27FC236}">
                <a16:creationId xmlns:a16="http://schemas.microsoft.com/office/drawing/2014/main" id="{24BC2867-7F81-4381-94FD-0C4D2A63B8DD}"/>
              </a:ext>
            </a:extLst>
          </p:cNvPr>
          <p:cNvSpPr/>
          <p:nvPr/>
        </p:nvSpPr>
        <p:spPr>
          <a:xfrm>
            <a:off x="1334442" y="7563904"/>
            <a:ext cx="1704852" cy="1560195"/>
          </a:xfrm>
          <a:custGeom>
            <a:avLst/>
            <a:gdLst>
              <a:gd name="connsiteX0" fmla="*/ 1492568 w 1584117"/>
              <a:gd name="connsiteY0" fmla="*/ 1422083 h 1449704"/>
              <a:gd name="connsiteX1" fmla="*/ 0 w 1584117"/>
              <a:gd name="connsiteY1" fmla="*/ 1449705 h 1449704"/>
              <a:gd name="connsiteX2" fmla="*/ 160973 w 1584117"/>
              <a:gd name="connsiteY2" fmla="*/ 0 h 1449704"/>
              <a:gd name="connsiteX3" fmla="*/ 1136333 w 1584117"/>
              <a:gd name="connsiteY3" fmla="*/ 0 h 1449704"/>
              <a:gd name="connsiteX4" fmla="*/ 1582103 w 1584117"/>
              <a:gd name="connsiteY4" fmla="*/ 490537 h 1449704"/>
              <a:gd name="connsiteX5" fmla="*/ 1492568 w 1584117"/>
              <a:gd name="connsiteY5" fmla="*/ 1422083 h 144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4117" h="1449704">
                <a:moveTo>
                  <a:pt x="1492568" y="1422083"/>
                </a:moveTo>
                <a:lnTo>
                  <a:pt x="0" y="1449705"/>
                </a:lnTo>
                <a:lnTo>
                  <a:pt x="160973" y="0"/>
                </a:lnTo>
                <a:lnTo>
                  <a:pt x="1136333" y="0"/>
                </a:lnTo>
                <a:cubicBezTo>
                  <a:pt x="1400175" y="0"/>
                  <a:pt x="1606868" y="227647"/>
                  <a:pt x="1582103" y="490537"/>
                </a:cubicBezTo>
                <a:lnTo>
                  <a:pt x="1492568" y="1422083"/>
                </a:lnTo>
                <a:close/>
              </a:path>
            </a:pathLst>
          </a:custGeom>
          <a:solidFill>
            <a:schemeClr val="accent1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0123556E-564C-ED1D-C313-4FFDC1886999}"/>
              </a:ext>
            </a:extLst>
          </p:cNvPr>
          <p:cNvSpPr/>
          <p:nvPr/>
        </p:nvSpPr>
        <p:spPr>
          <a:xfrm>
            <a:off x="8638649" y="3322626"/>
            <a:ext cx="709177" cy="640965"/>
          </a:xfrm>
          <a:custGeom>
            <a:avLst/>
            <a:gdLst>
              <a:gd name="connsiteX0" fmla="*/ 1822133 w 1822132"/>
              <a:gd name="connsiteY0" fmla="*/ 0 h 1646872"/>
              <a:gd name="connsiteX1" fmla="*/ 585788 w 1822132"/>
              <a:gd name="connsiteY1" fmla="*/ 6668 h 1646872"/>
              <a:gd name="connsiteX2" fmla="*/ 135255 w 1822132"/>
              <a:gd name="connsiteY2" fmla="*/ 412433 h 1646872"/>
              <a:gd name="connsiteX3" fmla="*/ 0 w 1822132"/>
              <a:gd name="connsiteY3" fmla="*/ 1643063 h 1646872"/>
              <a:gd name="connsiteX4" fmla="*/ 1636395 w 1822132"/>
              <a:gd name="connsiteY4" fmla="*/ 1646873 h 1646872"/>
              <a:gd name="connsiteX5" fmla="*/ 1822133 w 1822132"/>
              <a:gd name="connsiteY5" fmla="*/ 0 h 164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2132" h="1646872">
                <a:moveTo>
                  <a:pt x="1822133" y="0"/>
                </a:moveTo>
                <a:lnTo>
                  <a:pt x="585788" y="6668"/>
                </a:lnTo>
                <a:cubicBezTo>
                  <a:pt x="354330" y="7620"/>
                  <a:pt x="160020" y="181927"/>
                  <a:pt x="135255" y="412433"/>
                </a:cubicBezTo>
                <a:lnTo>
                  <a:pt x="0" y="1643063"/>
                </a:lnTo>
                <a:lnTo>
                  <a:pt x="1636395" y="1646873"/>
                </a:lnTo>
                <a:lnTo>
                  <a:pt x="1822133" y="0"/>
                </a:lnTo>
                <a:close/>
              </a:path>
            </a:pathLst>
          </a:custGeom>
          <a:solidFill>
            <a:schemeClr val="accent2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F4F637E0-3796-C86E-9A53-24739F71589D}"/>
              </a:ext>
            </a:extLst>
          </p:cNvPr>
          <p:cNvSpPr/>
          <p:nvPr/>
        </p:nvSpPr>
        <p:spPr>
          <a:xfrm>
            <a:off x="1943594" y="9576168"/>
            <a:ext cx="694841" cy="628008"/>
          </a:xfrm>
          <a:custGeom>
            <a:avLst/>
            <a:gdLst>
              <a:gd name="connsiteX0" fmla="*/ 1822133 w 1822132"/>
              <a:gd name="connsiteY0" fmla="*/ 0 h 1646872"/>
              <a:gd name="connsiteX1" fmla="*/ 585788 w 1822132"/>
              <a:gd name="connsiteY1" fmla="*/ 6668 h 1646872"/>
              <a:gd name="connsiteX2" fmla="*/ 135255 w 1822132"/>
              <a:gd name="connsiteY2" fmla="*/ 412433 h 1646872"/>
              <a:gd name="connsiteX3" fmla="*/ 0 w 1822132"/>
              <a:gd name="connsiteY3" fmla="*/ 1643063 h 1646872"/>
              <a:gd name="connsiteX4" fmla="*/ 1636395 w 1822132"/>
              <a:gd name="connsiteY4" fmla="*/ 1646873 h 1646872"/>
              <a:gd name="connsiteX5" fmla="*/ 1822133 w 1822132"/>
              <a:gd name="connsiteY5" fmla="*/ 0 h 164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2132" h="1646872">
                <a:moveTo>
                  <a:pt x="1822133" y="0"/>
                </a:moveTo>
                <a:lnTo>
                  <a:pt x="585788" y="6668"/>
                </a:lnTo>
                <a:cubicBezTo>
                  <a:pt x="354330" y="7620"/>
                  <a:pt x="160020" y="181927"/>
                  <a:pt x="135255" y="412433"/>
                </a:cubicBezTo>
                <a:lnTo>
                  <a:pt x="0" y="1643063"/>
                </a:lnTo>
                <a:lnTo>
                  <a:pt x="1636395" y="1646873"/>
                </a:lnTo>
                <a:lnTo>
                  <a:pt x="1822133" y="0"/>
                </a:lnTo>
                <a:close/>
              </a:path>
            </a:pathLst>
          </a:custGeom>
          <a:solidFill>
            <a:schemeClr val="accent1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DCA89121-E0CF-847A-393E-8FF69BD09929}"/>
              </a:ext>
            </a:extLst>
          </p:cNvPr>
          <p:cNvSpPr txBox="1">
            <a:spLocks/>
          </p:cNvSpPr>
          <p:nvPr/>
        </p:nvSpPr>
        <p:spPr>
          <a:xfrm>
            <a:off x="12036709" y="4437083"/>
            <a:ext cx="7963560" cy="18391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7000" b="1" i="0" u="none" strike="noStrike" kern="1200" cap="none" spc="0" normalizeH="0" baseline="0" dirty="0">
                <a:ln>
                  <a:noFill/>
                </a:ln>
                <a:solidFill>
                  <a:srgbClr val="E5E7E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1" i="0" u="none" strike="noStrike" kern="1200" cap="none" spc="0" normalizeH="0" baseline="0" noProof="0">
                <a:ln>
                  <a:noFill/>
                </a:ln>
                <a:solidFill>
                  <a:srgbClr val="E5E7E6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Merill Fernando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>
                <a:latin typeface="+mj-lt"/>
              </a:rPr>
              <a:t>Founder, Jozra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rgbClr val="E5E7E6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B61F7B-73E5-56F0-4939-080041B7CAB7}"/>
              </a:ext>
            </a:extLst>
          </p:cNvPr>
          <p:cNvSpPr txBox="1">
            <a:spLocks/>
          </p:cNvSpPr>
          <p:nvPr/>
        </p:nvSpPr>
        <p:spPr>
          <a:xfrm>
            <a:off x="12036708" y="6686545"/>
            <a:ext cx="9453880" cy="39306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409575" indent="-40957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19150" indent="-3619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70000" indent="-355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19263" indent="-3476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90750" indent="-3619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Ex-Microsoft Entra PM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600">
                <a:solidFill>
                  <a:srgbClr val="FFFFFF"/>
                </a:solidFill>
                <a:latin typeface="+mj-lt"/>
              </a:rPr>
              <a:t>Creator, Maester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600">
                <a:solidFill>
                  <a:srgbClr val="FFFFFF"/>
                </a:solidFill>
                <a:latin typeface="+mj-lt"/>
              </a:rPr>
              <a:t>Building </a:t>
            </a:r>
            <a:r>
              <a:rPr lang="en-US" sz="3600" err="1">
                <a:solidFill>
                  <a:srgbClr val="FFFFFF"/>
                </a:solidFill>
                <a:latin typeface="+mj-lt"/>
              </a:rPr>
              <a:t>Maester.Cloud</a:t>
            </a:r>
            <a:endParaRPr lang="en-US" sz="3600">
              <a:solidFill>
                <a:srgbClr val="FFFFFF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Host of </a:t>
            </a: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Entra.Chat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sz="3600">
                <a:solidFill>
                  <a:srgbClr val="FFFFFF"/>
                </a:solidFill>
                <a:latin typeface="+mj-lt"/>
              </a:rPr>
              <a:t>&amp; </a:t>
            </a:r>
            <a:r>
              <a:rPr lang="en-US" sz="3600" err="1">
                <a:solidFill>
                  <a:srgbClr val="FFFFFF"/>
                </a:solidFill>
                <a:latin typeface="+mj-lt"/>
              </a:rPr>
              <a:t>Entra.News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11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6FD8CB4-A0A7-41B7-A389-08D131698C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4815" b="4815"/>
          <a:stretch>
            <a:fillRect/>
          </a:stretch>
        </p:blipFill>
        <p:spPr>
          <a:custGeom>
            <a:avLst/>
            <a:gdLst>
              <a:gd name="connsiteX0" fmla="*/ 7978861 w 7978861"/>
              <a:gd name="connsiteY0" fmla="*/ 0 h 7211422"/>
              <a:gd name="connsiteX1" fmla="*/ 7165543 w 7978861"/>
              <a:gd name="connsiteY1" fmla="*/ 7211422 h 7211422"/>
              <a:gd name="connsiteX2" fmla="*/ 0 w 7978861"/>
              <a:gd name="connsiteY2" fmla="*/ 7194739 h 7211422"/>
              <a:gd name="connsiteX3" fmla="*/ 592263 w 7978861"/>
              <a:gd name="connsiteY3" fmla="*/ 1805984 h 7211422"/>
              <a:gd name="connsiteX4" fmla="*/ 2565081 w 7978861"/>
              <a:gd name="connsiteY4" fmla="*/ 29196 h 721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8861" h="7211422">
                <a:moveTo>
                  <a:pt x="7978861" y="0"/>
                </a:moveTo>
                <a:lnTo>
                  <a:pt x="7165543" y="7211422"/>
                </a:lnTo>
                <a:lnTo>
                  <a:pt x="0" y="7194739"/>
                </a:lnTo>
                <a:lnTo>
                  <a:pt x="592263" y="1805984"/>
                </a:lnTo>
                <a:cubicBezTo>
                  <a:pt x="700705" y="796635"/>
                  <a:pt x="1551561" y="33367"/>
                  <a:pt x="2565081" y="29196"/>
                </a:cubicBezTo>
                <a:close/>
              </a:path>
            </a:pathLst>
          </a:custGeom>
        </p:spPr>
      </p:pic>
      <p:sp>
        <p:nvSpPr>
          <p:cNvPr id="4" name="Graphic 15">
            <a:extLst>
              <a:ext uri="{FF2B5EF4-FFF2-40B4-BE49-F238E27FC236}">
                <a16:creationId xmlns:a16="http://schemas.microsoft.com/office/drawing/2014/main" id="{393BB0F2-6725-F67E-C3CD-1604F950D43E}"/>
              </a:ext>
            </a:extLst>
          </p:cNvPr>
          <p:cNvSpPr/>
          <p:nvPr/>
        </p:nvSpPr>
        <p:spPr>
          <a:xfrm>
            <a:off x="9249369" y="4384834"/>
            <a:ext cx="2282504" cy="2088833"/>
          </a:xfrm>
          <a:custGeom>
            <a:avLst/>
            <a:gdLst>
              <a:gd name="connsiteX0" fmla="*/ 1492568 w 1584117"/>
              <a:gd name="connsiteY0" fmla="*/ 1422083 h 1449704"/>
              <a:gd name="connsiteX1" fmla="*/ 0 w 1584117"/>
              <a:gd name="connsiteY1" fmla="*/ 1449705 h 1449704"/>
              <a:gd name="connsiteX2" fmla="*/ 160973 w 1584117"/>
              <a:gd name="connsiteY2" fmla="*/ 0 h 1449704"/>
              <a:gd name="connsiteX3" fmla="*/ 1136333 w 1584117"/>
              <a:gd name="connsiteY3" fmla="*/ 0 h 1449704"/>
              <a:gd name="connsiteX4" fmla="*/ 1582103 w 1584117"/>
              <a:gd name="connsiteY4" fmla="*/ 490537 h 1449704"/>
              <a:gd name="connsiteX5" fmla="*/ 1492568 w 1584117"/>
              <a:gd name="connsiteY5" fmla="*/ 1422083 h 144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4117" h="1449704">
                <a:moveTo>
                  <a:pt x="1492568" y="1422083"/>
                </a:moveTo>
                <a:lnTo>
                  <a:pt x="0" y="1449705"/>
                </a:lnTo>
                <a:lnTo>
                  <a:pt x="160973" y="0"/>
                </a:lnTo>
                <a:lnTo>
                  <a:pt x="1136333" y="0"/>
                </a:lnTo>
                <a:cubicBezTo>
                  <a:pt x="1400175" y="0"/>
                  <a:pt x="1606868" y="227647"/>
                  <a:pt x="1582103" y="490537"/>
                </a:cubicBezTo>
                <a:lnTo>
                  <a:pt x="1492568" y="1422083"/>
                </a:lnTo>
                <a:close/>
              </a:path>
            </a:pathLst>
          </a:custGeom>
          <a:solidFill>
            <a:schemeClr val="accent2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Graphic 15">
            <a:extLst>
              <a:ext uri="{FF2B5EF4-FFF2-40B4-BE49-F238E27FC236}">
                <a16:creationId xmlns:a16="http://schemas.microsoft.com/office/drawing/2014/main" id="{24BC2867-7F81-4381-94FD-0C4D2A63B8DD}"/>
              </a:ext>
            </a:extLst>
          </p:cNvPr>
          <p:cNvSpPr/>
          <p:nvPr/>
        </p:nvSpPr>
        <p:spPr>
          <a:xfrm>
            <a:off x="1334442" y="7563904"/>
            <a:ext cx="1704852" cy="1560195"/>
          </a:xfrm>
          <a:custGeom>
            <a:avLst/>
            <a:gdLst>
              <a:gd name="connsiteX0" fmla="*/ 1492568 w 1584117"/>
              <a:gd name="connsiteY0" fmla="*/ 1422083 h 1449704"/>
              <a:gd name="connsiteX1" fmla="*/ 0 w 1584117"/>
              <a:gd name="connsiteY1" fmla="*/ 1449705 h 1449704"/>
              <a:gd name="connsiteX2" fmla="*/ 160973 w 1584117"/>
              <a:gd name="connsiteY2" fmla="*/ 0 h 1449704"/>
              <a:gd name="connsiteX3" fmla="*/ 1136333 w 1584117"/>
              <a:gd name="connsiteY3" fmla="*/ 0 h 1449704"/>
              <a:gd name="connsiteX4" fmla="*/ 1582103 w 1584117"/>
              <a:gd name="connsiteY4" fmla="*/ 490537 h 1449704"/>
              <a:gd name="connsiteX5" fmla="*/ 1492568 w 1584117"/>
              <a:gd name="connsiteY5" fmla="*/ 1422083 h 144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4117" h="1449704">
                <a:moveTo>
                  <a:pt x="1492568" y="1422083"/>
                </a:moveTo>
                <a:lnTo>
                  <a:pt x="0" y="1449705"/>
                </a:lnTo>
                <a:lnTo>
                  <a:pt x="160973" y="0"/>
                </a:lnTo>
                <a:lnTo>
                  <a:pt x="1136333" y="0"/>
                </a:lnTo>
                <a:cubicBezTo>
                  <a:pt x="1400175" y="0"/>
                  <a:pt x="1606868" y="227647"/>
                  <a:pt x="1582103" y="490537"/>
                </a:cubicBezTo>
                <a:lnTo>
                  <a:pt x="1492568" y="1422083"/>
                </a:lnTo>
                <a:close/>
              </a:path>
            </a:pathLst>
          </a:custGeom>
          <a:solidFill>
            <a:schemeClr val="accent1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0123556E-564C-ED1D-C313-4FFDC1886999}"/>
              </a:ext>
            </a:extLst>
          </p:cNvPr>
          <p:cNvSpPr/>
          <p:nvPr/>
        </p:nvSpPr>
        <p:spPr>
          <a:xfrm>
            <a:off x="8638649" y="3322626"/>
            <a:ext cx="709177" cy="640965"/>
          </a:xfrm>
          <a:custGeom>
            <a:avLst/>
            <a:gdLst>
              <a:gd name="connsiteX0" fmla="*/ 1822133 w 1822132"/>
              <a:gd name="connsiteY0" fmla="*/ 0 h 1646872"/>
              <a:gd name="connsiteX1" fmla="*/ 585788 w 1822132"/>
              <a:gd name="connsiteY1" fmla="*/ 6668 h 1646872"/>
              <a:gd name="connsiteX2" fmla="*/ 135255 w 1822132"/>
              <a:gd name="connsiteY2" fmla="*/ 412433 h 1646872"/>
              <a:gd name="connsiteX3" fmla="*/ 0 w 1822132"/>
              <a:gd name="connsiteY3" fmla="*/ 1643063 h 1646872"/>
              <a:gd name="connsiteX4" fmla="*/ 1636395 w 1822132"/>
              <a:gd name="connsiteY4" fmla="*/ 1646873 h 1646872"/>
              <a:gd name="connsiteX5" fmla="*/ 1822133 w 1822132"/>
              <a:gd name="connsiteY5" fmla="*/ 0 h 164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2132" h="1646872">
                <a:moveTo>
                  <a:pt x="1822133" y="0"/>
                </a:moveTo>
                <a:lnTo>
                  <a:pt x="585788" y="6668"/>
                </a:lnTo>
                <a:cubicBezTo>
                  <a:pt x="354330" y="7620"/>
                  <a:pt x="160020" y="181927"/>
                  <a:pt x="135255" y="412433"/>
                </a:cubicBezTo>
                <a:lnTo>
                  <a:pt x="0" y="1643063"/>
                </a:lnTo>
                <a:lnTo>
                  <a:pt x="1636395" y="1646873"/>
                </a:lnTo>
                <a:lnTo>
                  <a:pt x="1822133" y="0"/>
                </a:lnTo>
                <a:close/>
              </a:path>
            </a:pathLst>
          </a:custGeom>
          <a:solidFill>
            <a:schemeClr val="accent2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F4F637E0-3796-C86E-9A53-24739F71589D}"/>
              </a:ext>
            </a:extLst>
          </p:cNvPr>
          <p:cNvSpPr/>
          <p:nvPr/>
        </p:nvSpPr>
        <p:spPr>
          <a:xfrm>
            <a:off x="1943594" y="9576168"/>
            <a:ext cx="694841" cy="628008"/>
          </a:xfrm>
          <a:custGeom>
            <a:avLst/>
            <a:gdLst>
              <a:gd name="connsiteX0" fmla="*/ 1822133 w 1822132"/>
              <a:gd name="connsiteY0" fmla="*/ 0 h 1646872"/>
              <a:gd name="connsiteX1" fmla="*/ 585788 w 1822132"/>
              <a:gd name="connsiteY1" fmla="*/ 6668 h 1646872"/>
              <a:gd name="connsiteX2" fmla="*/ 135255 w 1822132"/>
              <a:gd name="connsiteY2" fmla="*/ 412433 h 1646872"/>
              <a:gd name="connsiteX3" fmla="*/ 0 w 1822132"/>
              <a:gd name="connsiteY3" fmla="*/ 1643063 h 1646872"/>
              <a:gd name="connsiteX4" fmla="*/ 1636395 w 1822132"/>
              <a:gd name="connsiteY4" fmla="*/ 1646873 h 1646872"/>
              <a:gd name="connsiteX5" fmla="*/ 1822133 w 1822132"/>
              <a:gd name="connsiteY5" fmla="*/ 0 h 164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2132" h="1646872">
                <a:moveTo>
                  <a:pt x="1822133" y="0"/>
                </a:moveTo>
                <a:lnTo>
                  <a:pt x="585788" y="6668"/>
                </a:lnTo>
                <a:cubicBezTo>
                  <a:pt x="354330" y="7620"/>
                  <a:pt x="160020" y="181927"/>
                  <a:pt x="135255" y="412433"/>
                </a:cubicBezTo>
                <a:lnTo>
                  <a:pt x="0" y="1643063"/>
                </a:lnTo>
                <a:lnTo>
                  <a:pt x="1636395" y="1646873"/>
                </a:lnTo>
                <a:lnTo>
                  <a:pt x="1822133" y="0"/>
                </a:lnTo>
                <a:close/>
              </a:path>
            </a:pathLst>
          </a:custGeom>
          <a:solidFill>
            <a:schemeClr val="accent1">
              <a:alpha val="83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DCA89121-E0CF-847A-393E-8FF69BD09929}"/>
              </a:ext>
            </a:extLst>
          </p:cNvPr>
          <p:cNvSpPr txBox="1">
            <a:spLocks/>
          </p:cNvSpPr>
          <p:nvPr/>
        </p:nvSpPr>
        <p:spPr>
          <a:xfrm>
            <a:off x="12036708" y="4437083"/>
            <a:ext cx="10677819" cy="18391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7000" b="1" i="0" u="none" strike="noStrike" kern="1200" cap="none" spc="0" normalizeH="0" baseline="0" dirty="0">
                <a:ln>
                  <a:noFill/>
                </a:ln>
                <a:solidFill>
                  <a:srgbClr val="E5E7E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1" i="0" u="none" strike="noStrike" kern="1200" cap="none" spc="0" normalizeH="0" baseline="0" noProof="0">
                <a:ln>
                  <a:noFill/>
                </a:ln>
                <a:solidFill>
                  <a:srgbClr val="E5E7E6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Sam Erde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E5E7E6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SecureShield Architect, Patriot Consulting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B61F7B-73E5-56F0-4939-080041B7CAB7}"/>
              </a:ext>
            </a:extLst>
          </p:cNvPr>
          <p:cNvSpPr txBox="1">
            <a:spLocks/>
          </p:cNvSpPr>
          <p:nvPr/>
        </p:nvSpPr>
        <p:spPr>
          <a:xfrm>
            <a:off x="12036707" y="6937661"/>
            <a:ext cx="10677819" cy="55729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409575" indent="-40957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19150" indent="-3619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70000" indent="-355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19263" indent="-3476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90750" indent="-3619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buNone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husband </a:t>
            </a:r>
            <a:r>
              <a:rPr lang="en-US" sz="3600">
                <a:solidFill>
                  <a:srgbClr val="FFFFFF"/>
                </a:solidFill>
                <a:latin typeface="+mj-lt"/>
              </a:rPr>
              <a:t>• father • herder of cats and chickens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3600">
                <a:solidFill>
                  <a:srgbClr val="FFFFFF"/>
                </a:solidFill>
                <a:latin typeface="+mj-lt"/>
              </a:rPr>
              <a:t>coffee • dad jokes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sz="1800">
              <a:solidFill>
                <a:srgbClr val="FFFFFF"/>
              </a:solidFill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3600">
                <a:solidFill>
                  <a:srgbClr val="FFFFFF"/>
                </a:solidFill>
                <a:latin typeface="+mj-lt"/>
              </a:rPr>
              <a:t>Microsoft MVP: PowerShell, Identity &amp; Access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endParaRPr lang="en-US" sz="1800">
              <a:solidFill>
                <a:srgbClr val="FFFFFF"/>
              </a:solidFill>
              <a:latin typeface="+mj-lt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sz="3600">
                <a:solidFill>
                  <a:srgbClr val="FFFFFF"/>
                </a:solidFill>
                <a:latin typeface="+mj-lt"/>
              </a:rPr>
              <a:t>GitHub, X, </a:t>
            </a:r>
            <a:r>
              <a:rPr lang="en-US" sz="3600" err="1">
                <a:solidFill>
                  <a:srgbClr val="FFFFFF"/>
                </a:solidFill>
                <a:latin typeface="+mj-lt"/>
              </a:rPr>
              <a:t>etc</a:t>
            </a:r>
            <a:r>
              <a:rPr lang="en-US" sz="3600">
                <a:solidFill>
                  <a:srgbClr val="FFFFFF"/>
                </a:solidFill>
                <a:latin typeface="+mj-lt"/>
              </a:rPr>
              <a:t> </a:t>
            </a:r>
            <a:r>
              <a:rPr lang="en-US" sz="3600">
                <a:solidFill>
                  <a:schemeClr val="accent1"/>
                </a:solidFill>
                <a:latin typeface="+mj-lt"/>
              </a:rPr>
              <a:t>@SamErde</a:t>
            </a:r>
          </a:p>
        </p:txBody>
      </p:sp>
    </p:spTree>
    <p:extLst>
      <p:ext uri="{BB962C8B-B14F-4D97-AF65-F5344CB8AC3E}">
        <p14:creationId xmlns:p14="http://schemas.microsoft.com/office/powerpoint/2010/main" val="283680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C1B5F94-8D03-8C12-791F-6CDBE87C23A4}"/>
              </a:ext>
            </a:extLst>
          </p:cNvPr>
          <p:cNvGrpSpPr/>
          <p:nvPr/>
        </p:nvGrpSpPr>
        <p:grpSpPr>
          <a:xfrm>
            <a:off x="1737360" y="5247412"/>
            <a:ext cx="12070080" cy="3553688"/>
            <a:chOff x="1737360" y="1971524"/>
            <a:chExt cx="12070080" cy="3553688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2AF2327A-CEB1-591C-3FF2-1952047504E8}"/>
                </a:ext>
              </a:extLst>
            </p:cNvPr>
            <p:cNvSpPr txBox="1">
              <a:spLocks/>
            </p:cNvSpPr>
            <p:nvPr/>
          </p:nvSpPr>
          <p:spPr>
            <a:xfrm>
              <a:off x="1737360" y="1971524"/>
              <a:ext cx="12070080" cy="85869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0" lang="en-US" sz="7000" b="1" i="0" u="none" strike="noStrike" kern="1200" cap="none" spc="0" normalizeH="0" baseline="0" dirty="0">
                  <a:ln>
                    <a:noFill/>
                  </a:ln>
                  <a:solidFill>
                    <a:srgbClr val="E5E7E6"/>
                  </a:solidFill>
                  <a:effectLst/>
                  <a:uLnTx/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defRPr sz="6200" b="1">
                  <a:solidFill>
                    <a:srgbClr val="FFFFFF"/>
                  </a:solidFill>
                  <a:latin typeface="Arial"/>
                </a:defRPr>
              </a:pPr>
              <a:r>
                <a:rPr lang="en-US" sz="6200">
                  <a:solidFill>
                    <a:srgbClr val="FFFFFF"/>
                  </a:solidFill>
                  <a:latin typeface="Candara" panose="020E0502030303020204" pitchFamily="34" charset="0"/>
                </a:rPr>
                <a:t>What makes your tenant</a:t>
              </a:r>
            </a:p>
          </p:txBody>
        </p:sp>
        <p:sp>
          <p:nvSpPr>
            <p:cNvPr id="5" name="Text Placeholder 3">
              <a:extLst>
                <a:ext uri="{FF2B5EF4-FFF2-40B4-BE49-F238E27FC236}">
                  <a16:creationId xmlns:a16="http://schemas.microsoft.com/office/drawing/2014/main" id="{C96742A7-CD9A-97CA-C41D-B40D294C8E7E}"/>
                </a:ext>
              </a:extLst>
            </p:cNvPr>
            <p:cNvSpPr txBox="1">
              <a:spLocks/>
            </p:cNvSpPr>
            <p:nvPr/>
          </p:nvSpPr>
          <p:spPr>
            <a:xfrm>
              <a:off x="1737360" y="3147772"/>
              <a:ext cx="12070080" cy="2377440"/>
            </a:xfrm>
            <a:prstGeom prst="rect">
              <a:avLst/>
            </a:prstGeom>
          </p:spPr>
          <p:txBody>
            <a:bodyPr wrap="square" lIns="0" tIns="0" rIns="0" bIns="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  <a:defRPr sz="9600" b="1">
                  <a:solidFill>
                    <a:srgbClr val="FFFFFF"/>
                  </a:solidFill>
                  <a:latin typeface="Arial"/>
                </a:defRPr>
              </a:pPr>
              <a:r>
                <a:rPr lang="en-US" sz="9600" b="1" i="1">
                  <a:solidFill>
                    <a:srgbClr val="FFFFFF"/>
                  </a:solidFill>
                  <a:latin typeface="Candara" panose="020E0502030303020204" pitchFamily="34" charset="0"/>
                </a:rPr>
                <a:t>uniquely </a:t>
              </a:r>
              <a:r>
                <a:rPr lang="en-US" sz="9600" b="1" i="1">
                  <a:solidFill>
                    <a:srgbClr val="00EDFF"/>
                  </a:solidFill>
                  <a:latin typeface="Candara" panose="020E0502030303020204" pitchFamily="34" charset="0"/>
                </a:rPr>
                <a:t>YOURS</a:t>
              </a:r>
              <a:r>
                <a:rPr lang="en-US" sz="9600" b="1" i="1">
                  <a:solidFill>
                    <a:srgbClr val="FFFFFF"/>
                  </a:solidFill>
                  <a:latin typeface="Candara" panose="020E0502030303020204" pitchFamily="34" charset="0"/>
                </a:rPr>
                <a:t>?</a:t>
              </a:r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25F17C-AC8B-BE10-1D1F-1A26C6405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91887" y="2061554"/>
            <a:ext cx="15927186" cy="2377439"/>
          </a:xfrm>
        </p:spPr>
        <p:txBody>
          <a:bodyPr>
            <a:normAutofit/>
          </a:bodyPr>
          <a:lstStyle/>
          <a:p>
            <a:pPr marL="0" indent="0">
              <a:lnSpc>
                <a:spcPct val="116000"/>
              </a:lnSpc>
              <a:buNone/>
              <a:defRPr sz="2600" b="0">
                <a:solidFill>
                  <a:srgbClr val="B9BCC2"/>
                </a:solidFill>
                <a:latin typeface="Arial"/>
              </a:defRPr>
            </a:pPr>
            <a:r>
              <a:rPr lang="en-US" sz="4000">
                <a:latin typeface="Candara" panose="020E0502030303020204" pitchFamily="34" charset="0"/>
              </a:rPr>
              <a:t>Many benchmarks know what a secure tenant looks like.</a:t>
            </a:r>
          </a:p>
          <a:p>
            <a:pPr marL="0" indent="0">
              <a:lnSpc>
                <a:spcPct val="116000"/>
              </a:lnSpc>
              <a:spcBef>
                <a:spcPts val="1400"/>
              </a:spcBef>
              <a:buNone/>
              <a:defRPr sz="2600" b="0">
                <a:solidFill>
                  <a:srgbClr val="B9BCC2"/>
                </a:solidFill>
                <a:latin typeface="Arial"/>
              </a:defRPr>
            </a:pPr>
            <a:r>
              <a:rPr lang="en-US" sz="4000">
                <a:latin typeface="Candara" panose="020E0502030303020204" pitchFamily="34" charset="0"/>
              </a:rPr>
              <a:t>Not one of them knows what YOUR tenant is supposed to look like.</a:t>
            </a:r>
            <a:endParaRPr lang="en-US" sz="320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5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CD0ECFBD-7486-19C3-9929-E9E886D7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8771" y="1527726"/>
            <a:ext cx="17133140" cy="997196"/>
          </a:xfrm>
        </p:spPr>
        <p:txBody>
          <a:bodyPr/>
          <a:lstStyle/>
          <a:p>
            <a:pPr algn="r"/>
            <a:r>
              <a:rPr lang="en-US"/>
              <a:t>Introduction to Maester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1B87F7-4567-9925-D3F4-9D6EF096B2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59820-A121-ED34-5F75-1D9582422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65"/>
            <a:ext cx="24404896" cy="1372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3058-BD2C-464C-07EC-A28ACE53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527646A0-E3AE-DECA-05A0-F01B9A24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8771" y="1527726"/>
            <a:ext cx="17133140" cy="997196"/>
          </a:xfrm>
        </p:spPr>
        <p:txBody>
          <a:bodyPr/>
          <a:lstStyle/>
          <a:p>
            <a:pPr algn="r"/>
            <a:r>
              <a:rPr lang="en-US"/>
              <a:t>Introduction to Maester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77CDC-2FAD-F091-994B-4BED6DD5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574505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5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>
            <a:extLst>
              <a:ext uri="{FF2B5EF4-FFF2-40B4-BE49-F238E27FC236}">
                <a16:creationId xmlns:a16="http://schemas.microsoft.com/office/drawing/2014/main" id="{52E2B010-2DC8-4DAE-0F37-61E3E67D8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621" y="5604933"/>
            <a:ext cx="6243606" cy="624360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93DDA5E5-FE72-0345-C76F-859DA74936E1}"/>
              </a:ext>
            </a:extLst>
          </p:cNvPr>
          <p:cNvGrpSpPr/>
          <p:nvPr/>
        </p:nvGrpSpPr>
        <p:grpSpPr>
          <a:xfrm>
            <a:off x="6751713" y="4663440"/>
            <a:ext cx="16084294" cy="7185099"/>
            <a:chOff x="6730649" y="4663440"/>
            <a:chExt cx="16084294" cy="718509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226131-19D7-3106-F40E-A66CB86B2B41}"/>
                </a:ext>
              </a:extLst>
            </p:cNvPr>
            <p:cNvGrpSpPr/>
            <p:nvPr/>
          </p:nvGrpSpPr>
          <p:grpSpPr>
            <a:xfrm>
              <a:off x="6730649" y="4663440"/>
              <a:ext cx="4846320" cy="3246120"/>
              <a:chOff x="2194560" y="4663440"/>
              <a:chExt cx="4846320" cy="324612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4" name="Rounded Rectangle 3"/>
              <p:cNvSpPr/>
              <p:nvPr/>
            </p:nvSpPr>
            <p:spPr>
              <a:xfrm>
                <a:off x="2194560" y="4663440"/>
                <a:ext cx="4846320" cy="3246120"/>
              </a:xfrm>
              <a:prstGeom prst="roundRect">
                <a:avLst>
                  <a:gd name="adj" fmla="val 4500"/>
                </a:avLst>
              </a:prstGeom>
              <a:grpFill/>
              <a:ln w="158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2706624" y="5029200"/>
                <a:ext cx="3840480" cy="1169551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7600" b="1">
                    <a:solidFill>
                      <a:srgbClr val="FFFFFF"/>
                    </a:solidFill>
                    <a:latin typeface="Arial"/>
                  </a:defRPr>
                </a:pPr>
                <a:r>
                  <a:rPr sz="7600" b="1">
                    <a:solidFill>
                      <a:schemeClr val="tx2"/>
                    </a:solidFill>
                    <a:latin typeface="+mj-lt"/>
                  </a:rPr>
                  <a:t>60,000+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06624" y="6355080"/>
                <a:ext cx="3840480" cy="496161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lnSpc>
                    <a:spcPct val="105000"/>
                  </a:lnSpc>
                  <a:buNone/>
                  <a:defRPr sz="2600" b="0">
                    <a:solidFill>
                      <a:srgbClr val="B9BCC2"/>
                    </a:solidFill>
                    <a:latin typeface="Arial"/>
                  </a:defRPr>
                </a:pPr>
                <a:r>
                  <a:rPr sz="3200" b="0">
                    <a:solidFill>
                      <a:schemeClr val="tx2"/>
                    </a:solidFill>
                    <a:latin typeface="+mj-lt"/>
                  </a:rPr>
                  <a:t>tenants protected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43E59F-9BA0-D1CA-1368-076B3C018041}"/>
                </a:ext>
              </a:extLst>
            </p:cNvPr>
            <p:cNvGrpSpPr/>
            <p:nvPr/>
          </p:nvGrpSpPr>
          <p:grpSpPr>
            <a:xfrm>
              <a:off x="12345064" y="4663440"/>
              <a:ext cx="4846320" cy="3246120"/>
              <a:chOff x="9738360" y="4663440"/>
              <a:chExt cx="4846320" cy="324612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8" name="Rounded Rectangle 7"/>
              <p:cNvSpPr/>
              <p:nvPr/>
            </p:nvSpPr>
            <p:spPr>
              <a:xfrm>
                <a:off x="9738360" y="4663440"/>
                <a:ext cx="4846320" cy="3246120"/>
              </a:xfrm>
              <a:prstGeom prst="roundRect">
                <a:avLst>
                  <a:gd name="adj" fmla="val 4500"/>
                </a:avLst>
              </a:prstGeom>
              <a:grpFill/>
              <a:ln w="158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0250424" y="5029200"/>
                <a:ext cx="3840480" cy="1169551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7600" b="1">
                    <a:solidFill>
                      <a:srgbClr val="FFFFFF"/>
                    </a:solidFill>
                    <a:latin typeface="Arial"/>
                  </a:defRPr>
                </a:pPr>
                <a:r>
                  <a:rPr sz="7600" b="1">
                    <a:solidFill>
                      <a:schemeClr val="tx2"/>
                    </a:solidFill>
                    <a:latin typeface="+mj-lt"/>
                  </a:rPr>
                  <a:t>62</a:t>
                </a:r>
                <a:r>
                  <a:rPr lang="en-US" sz="7600" b="1">
                    <a:solidFill>
                      <a:schemeClr val="tx2"/>
                    </a:solidFill>
                    <a:latin typeface="+mj-lt"/>
                  </a:rPr>
                  <a:t>5</a:t>
                </a:r>
                <a:r>
                  <a:rPr sz="7600" b="1">
                    <a:solidFill>
                      <a:schemeClr val="tx2"/>
                    </a:solidFill>
                    <a:latin typeface="+mj-lt"/>
                  </a:rPr>
                  <a:t>,</a:t>
                </a:r>
                <a:r>
                  <a:rPr lang="en-US" sz="7600" b="1">
                    <a:solidFill>
                      <a:schemeClr val="tx2"/>
                    </a:solidFill>
                    <a:latin typeface="+mj-lt"/>
                  </a:rPr>
                  <a:t>00</a:t>
                </a:r>
                <a:r>
                  <a:rPr sz="7600" b="1">
                    <a:solidFill>
                      <a:schemeClr val="tx2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0250424" y="6355080"/>
                <a:ext cx="3840480" cy="1013226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lnSpc>
                    <a:spcPct val="105000"/>
                  </a:lnSpc>
                  <a:buNone/>
                  <a:defRPr sz="2600" b="0">
                    <a:solidFill>
                      <a:srgbClr val="B9BCC2"/>
                    </a:solidFill>
                    <a:latin typeface="Arial"/>
                  </a:defRPr>
                </a:pPr>
                <a:r>
                  <a:rPr sz="3200" b="0">
                    <a:solidFill>
                      <a:schemeClr val="tx2"/>
                    </a:solidFill>
                    <a:latin typeface="+mj-lt"/>
                  </a:rPr>
                  <a:t>PowerShell Gallery downloads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5939766-8B2A-75FF-0A95-39CFD66003ED}"/>
                </a:ext>
              </a:extLst>
            </p:cNvPr>
            <p:cNvGrpSpPr/>
            <p:nvPr/>
          </p:nvGrpSpPr>
          <p:grpSpPr>
            <a:xfrm>
              <a:off x="17959479" y="4663440"/>
              <a:ext cx="4846320" cy="3246120"/>
              <a:chOff x="17282159" y="4663440"/>
              <a:chExt cx="4846320" cy="324612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2" name="Rounded Rectangle 11"/>
              <p:cNvSpPr/>
              <p:nvPr/>
            </p:nvSpPr>
            <p:spPr>
              <a:xfrm>
                <a:off x="17282159" y="4663440"/>
                <a:ext cx="4846320" cy="3246120"/>
              </a:xfrm>
              <a:prstGeom prst="roundRect">
                <a:avLst>
                  <a:gd name="adj" fmla="val 4500"/>
                </a:avLst>
              </a:prstGeom>
              <a:grpFill/>
              <a:ln w="158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7794223" y="5029200"/>
                <a:ext cx="3840480" cy="1169551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7600" b="1">
                    <a:solidFill>
                      <a:srgbClr val="FFFFFF"/>
                    </a:solidFill>
                    <a:latin typeface="Arial"/>
                  </a:defRPr>
                </a:pPr>
                <a:r>
                  <a:rPr sz="7600" b="1">
                    <a:solidFill>
                      <a:schemeClr val="tx2"/>
                    </a:solidFill>
                    <a:latin typeface="+mj-lt"/>
                  </a:rPr>
                  <a:t>360+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7794223" y="6355080"/>
                <a:ext cx="3840480" cy="496161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lnSpc>
                    <a:spcPct val="105000"/>
                  </a:lnSpc>
                  <a:buNone/>
                  <a:defRPr sz="2600" b="0">
                    <a:solidFill>
                      <a:srgbClr val="B9BCC2"/>
                    </a:solidFill>
                    <a:latin typeface="Arial"/>
                  </a:defRPr>
                </a:pPr>
                <a:r>
                  <a:rPr sz="3200" b="0">
                    <a:solidFill>
                      <a:schemeClr val="tx2"/>
                    </a:solidFill>
                    <a:latin typeface="+mj-lt"/>
                  </a:rPr>
                  <a:t>built-in security tests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34EBB91-D923-1B15-EB51-76B88E4484ED}"/>
                </a:ext>
              </a:extLst>
            </p:cNvPr>
            <p:cNvGrpSpPr/>
            <p:nvPr/>
          </p:nvGrpSpPr>
          <p:grpSpPr>
            <a:xfrm>
              <a:off x="6730649" y="8602419"/>
              <a:ext cx="4846320" cy="3246120"/>
              <a:chOff x="2194560" y="8275319"/>
              <a:chExt cx="4846320" cy="324612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6" name="Rounded Rectangle 15"/>
              <p:cNvSpPr/>
              <p:nvPr/>
            </p:nvSpPr>
            <p:spPr>
              <a:xfrm>
                <a:off x="2194560" y="8275319"/>
                <a:ext cx="4846320" cy="3246120"/>
              </a:xfrm>
              <a:prstGeom prst="roundRect">
                <a:avLst>
                  <a:gd name="adj" fmla="val 4500"/>
                </a:avLst>
              </a:prstGeom>
              <a:grpFill/>
              <a:ln w="158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06624" y="8641079"/>
                <a:ext cx="3840480" cy="830997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4400" b="1">
                    <a:solidFill>
                      <a:srgbClr val="00EDFF"/>
                    </a:solidFill>
                    <a:latin typeface="Arial"/>
                  </a:defRPr>
                </a:pPr>
                <a:r>
                  <a:rPr lang="en-AU" sz="5400" b="1">
                    <a:solidFill>
                      <a:schemeClr val="tx2"/>
                    </a:solidFill>
                    <a:latin typeface="+mj-lt"/>
                  </a:rPr>
                  <a:t>1.1K</a:t>
                </a:r>
                <a:endParaRPr sz="5400" b="1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706624" y="9966959"/>
                <a:ext cx="3840480" cy="492443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2300" b="0">
                    <a:solidFill>
                      <a:srgbClr val="B9BCC2"/>
                    </a:solidFill>
                    <a:latin typeface="Arial"/>
                  </a:defRPr>
                </a:pPr>
                <a:r>
                  <a:rPr sz="3200" b="0">
                    <a:solidFill>
                      <a:schemeClr val="tx2"/>
                    </a:solidFill>
                    <a:latin typeface="+mj-lt"/>
                  </a:rPr>
                  <a:t>GitHub stars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BE2D864-77C5-75B7-E7AD-348AAB5DB00D}"/>
                </a:ext>
              </a:extLst>
            </p:cNvPr>
            <p:cNvGrpSpPr/>
            <p:nvPr/>
          </p:nvGrpSpPr>
          <p:grpSpPr>
            <a:xfrm>
              <a:off x="12345064" y="8602419"/>
              <a:ext cx="4846320" cy="3246120"/>
              <a:chOff x="9738360" y="8275319"/>
              <a:chExt cx="4846320" cy="324612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20" name="Rounded Rectangle 19"/>
              <p:cNvSpPr/>
              <p:nvPr/>
            </p:nvSpPr>
            <p:spPr>
              <a:xfrm>
                <a:off x="9738360" y="8275319"/>
                <a:ext cx="4846320" cy="3246120"/>
              </a:xfrm>
              <a:prstGeom prst="roundRect">
                <a:avLst>
                  <a:gd name="adj" fmla="val 4500"/>
                </a:avLst>
              </a:prstGeom>
              <a:grpFill/>
              <a:ln w="158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0250424" y="8641079"/>
                <a:ext cx="3840480" cy="830997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4400" b="1">
                    <a:solidFill>
                      <a:srgbClr val="00EDFF"/>
                    </a:solidFill>
                    <a:latin typeface="Arial"/>
                  </a:defRPr>
                </a:pPr>
                <a:r>
                  <a:rPr sz="5400" b="1">
                    <a:solidFill>
                      <a:schemeClr val="tx2"/>
                    </a:solidFill>
                    <a:latin typeface="+mj-lt"/>
                  </a:rPr>
                  <a:t>247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0250424" y="9966959"/>
                <a:ext cx="3840480" cy="492443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2300" b="0">
                    <a:solidFill>
                      <a:srgbClr val="B9BCC2"/>
                    </a:solidFill>
                    <a:latin typeface="Arial"/>
                  </a:defRPr>
                </a:pPr>
                <a:r>
                  <a:rPr sz="3200" b="0">
                    <a:solidFill>
                      <a:schemeClr val="tx2"/>
                    </a:solidFill>
                    <a:latin typeface="+mj-lt"/>
                  </a:rPr>
                  <a:t>forks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44A5A29-EC08-AADB-E0DD-24F0535B4BCF}"/>
                </a:ext>
              </a:extLst>
            </p:cNvPr>
            <p:cNvGrpSpPr/>
            <p:nvPr/>
          </p:nvGrpSpPr>
          <p:grpSpPr>
            <a:xfrm>
              <a:off x="17968623" y="8602419"/>
              <a:ext cx="4846320" cy="3246120"/>
              <a:chOff x="17282159" y="8275319"/>
              <a:chExt cx="4846320" cy="3246120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24" name="Rounded Rectangle 23"/>
              <p:cNvSpPr/>
              <p:nvPr/>
            </p:nvSpPr>
            <p:spPr>
              <a:xfrm>
                <a:off x="17282159" y="8275319"/>
                <a:ext cx="4846320" cy="3246120"/>
              </a:xfrm>
              <a:prstGeom prst="roundRect">
                <a:avLst>
                  <a:gd name="adj" fmla="val 4500"/>
                </a:avLst>
              </a:prstGeom>
              <a:grpFill/>
              <a:ln w="158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7794223" y="8641079"/>
                <a:ext cx="3840480" cy="830997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4400" b="1">
                    <a:solidFill>
                      <a:srgbClr val="00EDFF"/>
                    </a:solidFill>
                    <a:latin typeface="Arial"/>
                  </a:defRPr>
                </a:pPr>
                <a:r>
                  <a:rPr lang="en-US" sz="5400" b="1">
                    <a:solidFill>
                      <a:schemeClr val="tx2"/>
                    </a:solidFill>
                    <a:latin typeface="+mj-lt"/>
                  </a:rPr>
                  <a:t>120+</a:t>
                </a:r>
                <a:endParaRPr sz="5400" b="1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7794223" y="9966959"/>
                <a:ext cx="3840480" cy="984885"/>
              </a:xfrm>
              <a:prstGeom prst="rect">
                <a:avLst/>
              </a:prstGeom>
              <a:grp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2300" b="0">
                    <a:solidFill>
                      <a:srgbClr val="B9BCC2"/>
                    </a:solidFill>
                    <a:latin typeface="Arial"/>
                  </a:defRPr>
                </a:pPr>
                <a:r>
                  <a:rPr lang="en-US" sz="3200" b="0">
                    <a:solidFill>
                      <a:schemeClr val="tx2"/>
                    </a:solidFill>
                    <a:latin typeface="+mj-lt"/>
                  </a:rPr>
                  <a:t>Community contributors</a:t>
                </a:r>
                <a:endParaRPr sz="3200" b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E42F4C9E-56CA-CF33-CEE2-813F2866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925" y="1175147"/>
            <a:ext cx="21033938" cy="997196"/>
          </a:xfrm>
        </p:spPr>
        <p:txBody>
          <a:bodyPr/>
          <a:lstStyle/>
          <a:p>
            <a:pPr algn="r"/>
            <a:r>
              <a:rPr lang="en-US">
                <a:solidFill>
                  <a:srgbClr val="EF532E"/>
                </a:solidFill>
              </a:rPr>
              <a:t>Maester Adoption</a:t>
            </a:r>
          </a:p>
        </p:txBody>
      </p:sp>
    </p:spTree>
    <p:extLst>
      <p:ext uri="{BB962C8B-B14F-4D97-AF65-F5344CB8AC3E}">
        <p14:creationId xmlns:p14="http://schemas.microsoft.com/office/powerpoint/2010/main" val="406805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C703-3B75-F379-4A49-4EEC9835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1EDF2-5268-9033-B9DE-70B81FEFA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935" y="0"/>
            <a:ext cx="1909732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42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49B-021F-931E-8D89-6EB8D78C2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EAAFA838-7295-51A3-BB33-1A8EE9D57818}"/>
              </a:ext>
            </a:extLst>
          </p:cNvPr>
          <p:cNvSpPr txBox="1">
            <a:spLocks/>
          </p:cNvSpPr>
          <p:nvPr/>
        </p:nvSpPr>
        <p:spPr>
          <a:xfrm>
            <a:off x="5218771" y="1541576"/>
            <a:ext cx="17472446" cy="9694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70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/>
            <a:r>
              <a:rPr lang="en-US">
                <a:latin typeface="Candara" panose="020E0502030303020204" pitchFamily="34" charset="0"/>
              </a:rPr>
              <a:t>Automated security posture testing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42FBD9-3A52-CD46-6E7A-48CB1221FB52}"/>
              </a:ext>
            </a:extLst>
          </p:cNvPr>
          <p:cNvGrpSpPr/>
          <p:nvPr/>
        </p:nvGrpSpPr>
        <p:grpSpPr>
          <a:xfrm>
            <a:off x="16583888" y="9206343"/>
            <a:ext cx="7146417" cy="3840915"/>
            <a:chOff x="15947260" y="6824154"/>
            <a:chExt cx="6404651" cy="335805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B1F0C94-A514-EC2F-BC85-787F4CD28C7D}"/>
                </a:ext>
              </a:extLst>
            </p:cNvPr>
            <p:cNvSpPr/>
            <p:nvPr/>
          </p:nvSpPr>
          <p:spPr>
            <a:xfrm>
              <a:off x="15947260" y="6824154"/>
              <a:ext cx="6404651" cy="3358055"/>
            </a:xfrm>
            <a:prstGeom prst="roundRect">
              <a:avLst>
                <a:gd name="adj" fmla="val 4500"/>
              </a:avLst>
            </a:prstGeom>
            <a:solidFill>
              <a:srgbClr val="0B0C12"/>
            </a:solidFill>
            <a:ln w="15875">
              <a:solidFill>
                <a:srgbClr val="2A2B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4400">
                <a:latin typeface="Candara" panose="020E0502030303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23CDDE-2E24-BEDE-4B82-CFEF9A2AA2C5}"/>
                </a:ext>
              </a:extLst>
            </p:cNvPr>
            <p:cNvSpPr txBox="1"/>
            <p:nvPr/>
          </p:nvSpPr>
          <p:spPr>
            <a:xfrm>
              <a:off x="16441627" y="7287465"/>
              <a:ext cx="5503973" cy="24314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  <a:defRPr sz="2700" b="0">
                  <a:solidFill>
                    <a:srgbClr val="FFFFFF"/>
                  </a:solidFill>
                  <a:latin typeface="Courier New"/>
                </a:defRPr>
              </a:pPr>
              <a:r>
                <a:rPr lang="en-US" sz="3200" b="0">
                  <a:solidFill>
                    <a:srgbClr val="00ED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Install-Module</a:t>
              </a:r>
              <a:r>
                <a:rPr lang="en-US" sz="3200" b="0">
                  <a:solidFill>
                    <a:srgbClr val="79B0F6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Maester</a:t>
              </a:r>
            </a:p>
            <a:p>
              <a:pPr marL="0" indent="0" algn="l">
                <a:lnSpc>
                  <a:spcPct val="125000"/>
                </a:lnSpc>
                <a:buNone/>
                <a:defRPr sz="2700" b="0">
                  <a:solidFill>
                    <a:srgbClr val="FFFFFF"/>
                  </a:solidFill>
                  <a:latin typeface="Courier New"/>
                </a:defRPr>
              </a:pPr>
              <a:r>
                <a:rPr lang="en-US" sz="3200">
                  <a:solidFill>
                    <a:schemeClr val="accent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Install-</a:t>
              </a:r>
              <a:r>
                <a:rPr lang="en-US" sz="3200" err="1">
                  <a:solidFill>
                    <a:schemeClr val="accent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MaesterTests</a:t>
              </a:r>
              <a:endParaRPr lang="en-US" sz="32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0" indent="0" algn="l">
                <a:lnSpc>
                  <a:spcPct val="125000"/>
                </a:lnSpc>
                <a:buNone/>
                <a:defRPr sz="2700" b="0">
                  <a:solidFill>
                    <a:srgbClr val="FFFFFF"/>
                  </a:solidFill>
                  <a:latin typeface="Courier New"/>
                </a:defRPr>
              </a:pPr>
              <a:r>
                <a:rPr lang="en-US" sz="3200" b="0">
                  <a:solidFill>
                    <a:srgbClr val="00ED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Connect-Maester</a:t>
              </a:r>
            </a:p>
            <a:p>
              <a:pPr marL="0" indent="0" algn="l">
                <a:lnSpc>
                  <a:spcPct val="125000"/>
                </a:lnSpc>
                <a:buNone/>
                <a:defRPr sz="2700" b="0">
                  <a:solidFill>
                    <a:srgbClr val="FFFFFF"/>
                  </a:solidFill>
                  <a:latin typeface="Courier New"/>
                </a:defRPr>
              </a:pPr>
              <a:r>
                <a:rPr lang="en-US" sz="3200" b="0">
                  <a:solidFill>
                    <a:srgbClr val="00ED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Invoke-Maester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C1683-0737-6A73-081A-DAFB435C31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7975" y="4636349"/>
            <a:ext cx="21373242" cy="7059612"/>
          </a:xfrm>
        </p:spPr>
        <p:txBody>
          <a:bodyPr>
            <a:normAutofit/>
          </a:bodyPr>
          <a:lstStyle/>
          <a:p>
            <a:r>
              <a:rPr lang="en-US" sz="4800">
                <a:latin typeface="+mn-lt"/>
              </a:rPr>
              <a:t>  Free and open-source test automation framework</a:t>
            </a:r>
          </a:p>
          <a:p>
            <a:endParaRPr lang="en-US" sz="4800">
              <a:latin typeface="+mn-lt"/>
            </a:endParaRPr>
          </a:p>
          <a:p>
            <a:r>
              <a:rPr lang="en-US" sz="4800">
                <a:latin typeface="+mn-lt"/>
              </a:rPr>
              <a:t>  Built on PowerShell, Pester, and Microsoft Graph</a:t>
            </a:r>
          </a:p>
          <a:p>
            <a:endParaRPr lang="en-US" sz="4800">
              <a:latin typeface="+mn-lt"/>
            </a:endParaRPr>
          </a:p>
          <a:p>
            <a:r>
              <a:rPr lang="en-US" sz="4800">
                <a:latin typeface="+mn-lt"/>
              </a:rPr>
              <a:t>  Ships with ready-made, actionable security checks</a:t>
            </a:r>
          </a:p>
          <a:p>
            <a:endParaRPr lang="en-US" sz="4800">
              <a:latin typeface="+mn-lt"/>
            </a:endParaRPr>
          </a:p>
          <a:p>
            <a:r>
              <a:rPr lang="en-US" sz="4800">
                <a:latin typeface="+mn-lt"/>
              </a:rPr>
              <a:t>  Results as an HTML report</a:t>
            </a:r>
          </a:p>
          <a:p>
            <a:endParaRPr lang="en-US" sz="4800">
              <a:latin typeface="+mn-lt"/>
            </a:endParaRPr>
          </a:p>
          <a:p>
            <a:r>
              <a:rPr lang="en-US" sz="4800">
                <a:latin typeface="+mn-lt"/>
              </a:rPr>
              <a:t>  Simple to get started:</a:t>
            </a:r>
          </a:p>
        </p:txBody>
      </p:sp>
    </p:spTree>
    <p:extLst>
      <p:ext uri="{BB962C8B-B14F-4D97-AF65-F5344CB8AC3E}">
        <p14:creationId xmlns:p14="http://schemas.microsoft.com/office/powerpoint/2010/main" val="2912979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8C24-F3CF-0A84-D610-3A2F1C4A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MaesterInstall-1920x1080-20251203235328">
            <a:hlinkClick r:id="" action="ppaction://media"/>
            <a:extLst>
              <a:ext uri="{FF2B5EF4-FFF2-40B4-BE49-F238E27FC236}">
                <a16:creationId xmlns:a16="http://schemas.microsoft.com/office/drawing/2014/main" id="{5A01D3C1-157E-A286-F481-348E9ACB68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" y="2025"/>
            <a:ext cx="24387175" cy="1371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3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2880360"/>
            <a:ext cx="21945600" cy="1554480"/>
          </a:xfrm>
        </p:spPr>
        <p:txBody>
          <a:bodyPr wrap="square" lIns="0" tIns="0" rIns="0" bIns="0" anchor="t"/>
          <a:lstStyle/>
          <a:p>
            <a:pPr marL="0" indent="0" algn="l">
              <a:buNone/>
              <a:defRPr sz="7600" b="1">
                <a:solidFill>
                  <a:srgbClr val="E5E7E6"/>
                </a:solidFill>
                <a:latin typeface="Arial"/>
              </a:defRPr>
            </a:pPr>
            <a:r>
              <a:rPr sz="7600" b="1">
                <a:solidFill>
                  <a:srgbClr val="E5E7E6"/>
                </a:solidFill>
                <a:latin typeface="Arial"/>
              </a:rPr>
              <a:t>The policy looked fine in the portal.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754880"/>
            <a:ext cx="6675120" cy="329184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65376" y="5230368"/>
            <a:ext cx="1097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2200" b="1">
                <a:solidFill>
                  <a:srgbClr val="B9BCC2"/>
                </a:solidFill>
                <a:latin typeface="Courier New"/>
              </a:defRPr>
            </a:pPr>
            <a:r>
              <a:rPr lang="en-US" sz="2200" b="1">
                <a:solidFill>
                  <a:srgbClr val="B9BCC2"/>
                </a:solidFill>
                <a:latin typeface="Candara" panose="020E0502030303020204" pitchFamily="34" charset="0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5897880"/>
            <a:ext cx="5532120" cy="1040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  <a:defRPr sz="3100" b="0">
                <a:solidFill>
                  <a:srgbClr val="B9BCC2"/>
                </a:solidFill>
                <a:latin typeface="Arial"/>
              </a:defRPr>
            </a:pPr>
            <a:r>
              <a:rPr lang="en-US" sz="3100" b="0">
                <a:solidFill>
                  <a:srgbClr val="B9BCC2"/>
                </a:solidFill>
                <a:latin typeface="Candara" panose="020E0502030303020204" pitchFamily="34" charset="0"/>
              </a:rPr>
              <a:t>A Conditional Access policy was scoped to a group.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4754880"/>
            <a:ext cx="6675120" cy="329184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09176" y="5230368"/>
            <a:ext cx="1097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2200" b="1">
                <a:solidFill>
                  <a:srgbClr val="B9BCC2"/>
                </a:solidFill>
                <a:latin typeface="Courier New"/>
              </a:defRPr>
            </a:pPr>
            <a:r>
              <a:rPr lang="en-US" sz="2200" b="1">
                <a:solidFill>
                  <a:srgbClr val="B9BCC2"/>
                </a:solidFill>
                <a:latin typeface="Candara" panose="020E0502030303020204" pitchFamily="34" charset="0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9176" y="5897880"/>
            <a:ext cx="5532120" cy="1040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  <a:defRPr sz="3100" b="0">
                <a:solidFill>
                  <a:srgbClr val="B9BCC2"/>
                </a:solidFill>
                <a:latin typeface="Arial"/>
              </a:defRPr>
            </a:pPr>
            <a:r>
              <a:rPr lang="en-US" sz="3100" b="0">
                <a:solidFill>
                  <a:srgbClr val="B9BCC2"/>
                </a:solidFill>
                <a:latin typeface="Candara" panose="020E0502030303020204" pitchFamily="34" charset="0"/>
              </a:rPr>
              <a:t>The group was deleted. The policy still rendered green.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367759" y="4754880"/>
            <a:ext cx="6675120" cy="3291840"/>
          </a:xfrm>
          <a:prstGeom prst="roundRect">
            <a:avLst>
              <a:gd name="adj" fmla="val 4500"/>
            </a:avLst>
          </a:prstGeom>
          <a:solidFill>
            <a:srgbClr val="1C0A19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52976" y="5230368"/>
            <a:ext cx="1097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2200" b="1">
                <a:solidFill>
                  <a:srgbClr val="D07FC4"/>
                </a:solidFill>
                <a:latin typeface="Courier New"/>
              </a:defRPr>
            </a:pPr>
            <a:r>
              <a:rPr lang="en-US" sz="2200" b="1">
                <a:solidFill>
                  <a:srgbClr val="D07FC4"/>
                </a:solidFill>
                <a:latin typeface="Candara" panose="020E0502030303020204" pitchFamily="34" charset="0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52976" y="5897880"/>
            <a:ext cx="5532120" cy="1040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  <a:defRPr sz="3100" b="0">
                <a:solidFill>
                  <a:srgbClr val="F0D7EA"/>
                </a:solidFill>
                <a:latin typeface="Arial"/>
              </a:defRPr>
            </a:pPr>
            <a:r>
              <a:rPr lang="en-US" sz="3100" b="0">
                <a:solidFill>
                  <a:srgbClr val="F0D7EA"/>
                </a:solidFill>
                <a:latin typeface="Candara" panose="020E0502030303020204" pitchFamily="34" charset="0"/>
              </a:rPr>
              <a:t>Nobody noticed for almost a 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8595360"/>
            <a:ext cx="21808440" cy="233172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48256" y="9006840"/>
            <a:ext cx="20253960" cy="1174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400" b="0">
                <a:solidFill>
                  <a:srgbClr val="E5E7E6"/>
                </a:solidFill>
                <a:latin typeface="Arial"/>
              </a:defRPr>
            </a:pPr>
            <a:r>
              <a:rPr lang="en-US" sz="3400" b="0">
                <a:solidFill>
                  <a:srgbClr val="E5E7E6"/>
                </a:solidFill>
                <a:latin typeface="Candara" panose="020E0502030303020204" pitchFamily="34" charset="0"/>
              </a:rPr>
              <a:t>No benchmark checks whether the things your policies point at still exist.</a:t>
            </a:r>
          </a:p>
          <a:p>
            <a:pPr marL="0" indent="0" algn="l">
              <a:spcBef>
                <a:spcPts val="1000"/>
              </a:spcBef>
              <a:buNone/>
              <a:defRPr sz="3400" b="1">
                <a:solidFill>
                  <a:srgbClr val="FFFFFF"/>
                </a:solidFill>
                <a:latin typeface="Arial"/>
              </a:defRPr>
            </a:pPr>
            <a:r>
              <a:rPr lang="en-US" sz="3400" b="1">
                <a:solidFill>
                  <a:srgbClr val="FFFFFF"/>
                </a:solidFill>
                <a:latin typeface="Candara" panose="020E0502030303020204" pitchFamily="34" charset="0"/>
              </a:rPr>
              <a:t>A test that asserted the reference would have caught it on day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1DCE-91A4-7E07-47F7-20CAF902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AE782F-A7CC-8C0A-1CC4-6FE38FA22670}"/>
              </a:ext>
            </a:extLst>
          </p:cNvPr>
          <p:cNvSpPr/>
          <p:nvPr/>
        </p:nvSpPr>
        <p:spPr>
          <a:xfrm>
            <a:off x="1280160" y="4641362"/>
            <a:ext cx="4846320" cy="3775274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77ADD6-75A4-490B-46EB-BC378091FEC0}"/>
              </a:ext>
            </a:extLst>
          </p:cNvPr>
          <p:cNvSpPr/>
          <p:nvPr/>
        </p:nvSpPr>
        <p:spPr>
          <a:xfrm>
            <a:off x="960953" y="4279752"/>
            <a:ext cx="676656" cy="81880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lang="en-US" sz="3200" b="1">
                <a:solidFill>
                  <a:srgbClr val="FFFFFF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B5F10-FAFF-F230-F4FA-8E206F867BE7}"/>
              </a:ext>
            </a:extLst>
          </p:cNvPr>
          <p:cNvSpPr txBox="1"/>
          <p:nvPr/>
        </p:nvSpPr>
        <p:spPr>
          <a:xfrm>
            <a:off x="1792224" y="5098558"/>
            <a:ext cx="3840480" cy="8580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3200" b="1">
                <a:solidFill>
                  <a:srgbClr val="060709"/>
                </a:solidFill>
                <a:latin typeface="Arial"/>
              </a:defRPr>
            </a:pPr>
            <a:r>
              <a:rPr lang="en-US" sz="4800" b="1">
                <a:solidFill>
                  <a:srgbClr val="060709"/>
                </a:solidFill>
                <a:latin typeface="Candara" panose="020E0502030303020204" pitchFamily="34" charset="0"/>
              </a:rPr>
              <a:t>PS Module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12CA9-6EE2-A5A3-774C-81E83B08E486}"/>
              </a:ext>
            </a:extLst>
          </p:cNvPr>
          <p:cNvSpPr txBox="1"/>
          <p:nvPr/>
        </p:nvSpPr>
        <p:spPr>
          <a:xfrm>
            <a:off x="1792224" y="6079456"/>
            <a:ext cx="3840480" cy="1692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2600" b="0">
                <a:solidFill>
                  <a:srgbClr val="5E636B"/>
                </a:solidFill>
                <a:latin typeface="Arial"/>
              </a:defRPr>
            </a:pPr>
            <a:r>
              <a:rPr lang="en-US" sz="4000" b="0">
                <a:solidFill>
                  <a:schemeClr val="tx2"/>
                </a:solidFill>
                <a:latin typeface="Candara" panose="020E0502030303020204" pitchFamily="34" charset="0"/>
              </a:rPr>
              <a:t>Installed from the PS Gallery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780562C-8E11-F6C1-0ECA-F40F877DD53A}"/>
              </a:ext>
            </a:extLst>
          </p:cNvPr>
          <p:cNvSpPr/>
          <p:nvPr/>
        </p:nvSpPr>
        <p:spPr>
          <a:xfrm>
            <a:off x="6903720" y="4641362"/>
            <a:ext cx="4846320" cy="3775274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29AB3F7-9704-065C-51B3-FC66D3E0F52C}"/>
              </a:ext>
            </a:extLst>
          </p:cNvPr>
          <p:cNvSpPr/>
          <p:nvPr/>
        </p:nvSpPr>
        <p:spPr>
          <a:xfrm>
            <a:off x="6584512" y="4279752"/>
            <a:ext cx="676656" cy="81880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lang="en-US" sz="3200" b="1">
                <a:solidFill>
                  <a:srgbClr val="FFFFFF"/>
                </a:solidFill>
                <a:latin typeface="Candara" panose="020E0502030303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ABD18-E158-4793-1158-E0FB72324AF6}"/>
              </a:ext>
            </a:extLst>
          </p:cNvPr>
          <p:cNvSpPr txBox="1"/>
          <p:nvPr/>
        </p:nvSpPr>
        <p:spPr>
          <a:xfrm>
            <a:off x="7415783" y="5098558"/>
            <a:ext cx="3840480" cy="8580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3200" b="1">
                <a:solidFill>
                  <a:srgbClr val="060709"/>
                </a:solidFill>
                <a:latin typeface="Arial"/>
              </a:defRPr>
            </a:pPr>
            <a:r>
              <a:rPr lang="en-US" sz="4800" b="1">
                <a:solidFill>
                  <a:srgbClr val="060709"/>
                </a:solidFill>
                <a:latin typeface="Candara" panose="020E0502030303020204" pitchFamily="34" charset="0"/>
              </a:rPr>
              <a:t>Pester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67923F-15B0-1777-DF69-C4EA2BEF73B7}"/>
              </a:ext>
            </a:extLst>
          </p:cNvPr>
          <p:cNvSpPr txBox="1"/>
          <p:nvPr/>
        </p:nvSpPr>
        <p:spPr>
          <a:xfrm>
            <a:off x="7415783" y="6079456"/>
            <a:ext cx="3840480" cy="1692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2600" b="0">
                <a:solidFill>
                  <a:srgbClr val="5E636B"/>
                </a:solidFill>
                <a:latin typeface="Arial"/>
              </a:defRPr>
            </a:pPr>
            <a:r>
              <a:rPr lang="en-US" sz="4000" b="0">
                <a:solidFill>
                  <a:schemeClr val="tx2"/>
                </a:solidFill>
                <a:latin typeface="Candara" panose="020E0502030303020204" pitchFamily="34" charset="0"/>
              </a:rPr>
              <a:t>Describe / It / Should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DB9AA9-9F0E-8F4F-88CA-53148F7B61EA}"/>
              </a:ext>
            </a:extLst>
          </p:cNvPr>
          <p:cNvSpPr/>
          <p:nvPr/>
        </p:nvSpPr>
        <p:spPr>
          <a:xfrm>
            <a:off x="12527280" y="4641362"/>
            <a:ext cx="4846320" cy="3775274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87552F-D044-5298-DC21-5A7C427DB848}"/>
              </a:ext>
            </a:extLst>
          </p:cNvPr>
          <p:cNvSpPr/>
          <p:nvPr/>
        </p:nvSpPr>
        <p:spPr>
          <a:xfrm>
            <a:off x="12208073" y="4279752"/>
            <a:ext cx="676656" cy="81880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lang="en-US" sz="3200" b="1">
                <a:solidFill>
                  <a:srgbClr val="FFFFFF"/>
                </a:solidFill>
                <a:latin typeface="Candara" panose="020E0502030303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EAC47-1230-5876-4154-02CB56150C2D}"/>
              </a:ext>
            </a:extLst>
          </p:cNvPr>
          <p:cNvSpPr txBox="1"/>
          <p:nvPr/>
        </p:nvSpPr>
        <p:spPr>
          <a:xfrm>
            <a:off x="13039344" y="5098558"/>
            <a:ext cx="3840480" cy="8580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3200" b="1">
                <a:solidFill>
                  <a:srgbClr val="7953F6"/>
                </a:solidFill>
                <a:latin typeface="Arial"/>
              </a:defRPr>
            </a:pPr>
            <a:r>
              <a:rPr lang="en-US" sz="4800" b="1">
                <a:solidFill>
                  <a:schemeClr val="tx2"/>
                </a:solidFill>
                <a:latin typeface="Candara" panose="020E0502030303020204" pitchFamily="34" charset="0"/>
              </a:rPr>
              <a:t>Tests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76838-94C3-5EFC-C97A-F796519C766C}"/>
              </a:ext>
            </a:extLst>
          </p:cNvPr>
          <p:cNvSpPr txBox="1"/>
          <p:nvPr/>
        </p:nvSpPr>
        <p:spPr>
          <a:xfrm>
            <a:off x="13039344" y="6079456"/>
            <a:ext cx="3840480" cy="1692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2600" b="0">
                <a:solidFill>
                  <a:srgbClr val="5E636B"/>
                </a:solidFill>
                <a:latin typeface="Arial"/>
              </a:defRPr>
            </a:pPr>
            <a:r>
              <a:rPr lang="en-US" sz="4000" b="0">
                <a:solidFill>
                  <a:schemeClr val="tx2"/>
                </a:solidFill>
                <a:latin typeface="Candara" panose="020E0502030303020204" pitchFamily="34" charset="0"/>
              </a:rPr>
              <a:t>360+ built-in  &amp;  YOUR POLICY BASED TESTS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8B2A837-AA36-483C-21FE-E6EA934B94F3}"/>
              </a:ext>
            </a:extLst>
          </p:cNvPr>
          <p:cNvSpPr/>
          <p:nvPr/>
        </p:nvSpPr>
        <p:spPr>
          <a:xfrm>
            <a:off x="18150840" y="4641362"/>
            <a:ext cx="4846320" cy="3775274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>
              <a:latin typeface="Candara" panose="020E0502030303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EEB68F7-C304-65CB-5EAE-1C3B5C8F4A8D}"/>
              </a:ext>
            </a:extLst>
          </p:cNvPr>
          <p:cNvSpPr/>
          <p:nvPr/>
        </p:nvSpPr>
        <p:spPr>
          <a:xfrm>
            <a:off x="17831633" y="4279752"/>
            <a:ext cx="676656" cy="81880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lang="en-US" sz="3200" b="1">
                <a:solidFill>
                  <a:srgbClr val="FFFFFF"/>
                </a:solidFill>
                <a:latin typeface="Candara" panose="020E0502030303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15B12B-6462-1E8A-6A60-2D919AD792CF}"/>
              </a:ext>
            </a:extLst>
          </p:cNvPr>
          <p:cNvSpPr txBox="1"/>
          <p:nvPr/>
        </p:nvSpPr>
        <p:spPr>
          <a:xfrm>
            <a:off x="18662904" y="5098558"/>
            <a:ext cx="3840480" cy="8580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3200" b="1">
                <a:solidFill>
                  <a:srgbClr val="060709"/>
                </a:solidFill>
                <a:latin typeface="Arial"/>
              </a:defRPr>
            </a:pPr>
            <a:r>
              <a:rPr lang="en-US" sz="4800" b="1">
                <a:solidFill>
                  <a:srgbClr val="060709"/>
                </a:solidFill>
                <a:latin typeface="Candara" panose="020E0502030303020204" pitchFamily="34" charset="0"/>
              </a:rPr>
              <a:t>Report / Alerts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D7B44A-EC9F-8D69-7423-C517B7A2C727}"/>
              </a:ext>
            </a:extLst>
          </p:cNvPr>
          <p:cNvSpPr txBox="1"/>
          <p:nvPr/>
        </p:nvSpPr>
        <p:spPr>
          <a:xfrm>
            <a:off x="18662904" y="6079456"/>
            <a:ext cx="3840480" cy="1692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2600" b="0">
                <a:solidFill>
                  <a:srgbClr val="5E636B"/>
                </a:solidFill>
                <a:latin typeface="Arial"/>
              </a:defRPr>
            </a:pPr>
            <a:r>
              <a:rPr lang="en-US" sz="4000" b="0">
                <a:solidFill>
                  <a:schemeClr val="tx2"/>
                </a:solidFill>
                <a:latin typeface="Candara" panose="020E0502030303020204" pitchFamily="34" charset="0"/>
              </a:rPr>
              <a:t>HTML, pipelines, alerts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584EA-45AB-4637-A9B9-3DB4F7115EE5}"/>
              </a:ext>
            </a:extLst>
          </p:cNvPr>
          <p:cNvSpPr txBox="1"/>
          <p:nvPr/>
        </p:nvSpPr>
        <p:spPr>
          <a:xfrm>
            <a:off x="6126480" y="5956645"/>
            <a:ext cx="7772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  <a:defRPr sz="4000" b="0">
                <a:solidFill>
                  <a:srgbClr val="A78BFF"/>
                </a:solidFill>
                <a:latin typeface="Arial"/>
              </a:defRPr>
            </a:pPr>
            <a:r>
              <a:rPr lang="en-US" b="0">
                <a:solidFill>
                  <a:srgbClr val="A78BFF"/>
                </a:solidFill>
                <a:latin typeface="Candara" panose="020E0502030303020204" pitchFamily="34" charset="0"/>
              </a:rPr>
              <a:t>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4A6828-8981-1CA4-F2B8-473EA4A53C83}"/>
              </a:ext>
            </a:extLst>
          </p:cNvPr>
          <p:cNvSpPr txBox="1"/>
          <p:nvPr/>
        </p:nvSpPr>
        <p:spPr>
          <a:xfrm>
            <a:off x="11768328" y="5924843"/>
            <a:ext cx="7772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  <a:defRPr sz="4000" b="0">
                <a:solidFill>
                  <a:srgbClr val="A78BFF"/>
                </a:solidFill>
                <a:latin typeface="Arial"/>
              </a:defRPr>
            </a:pPr>
            <a:r>
              <a:rPr lang="en-US" b="0">
                <a:solidFill>
                  <a:srgbClr val="A78BFF"/>
                </a:solidFill>
                <a:latin typeface="Candara" panose="020E0502030303020204" pitchFamily="34" charset="0"/>
              </a:rPr>
              <a:t>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DA0AB9-C2BE-C700-1459-5257D638C305}"/>
              </a:ext>
            </a:extLst>
          </p:cNvPr>
          <p:cNvSpPr txBox="1"/>
          <p:nvPr/>
        </p:nvSpPr>
        <p:spPr>
          <a:xfrm>
            <a:off x="17391888" y="5956645"/>
            <a:ext cx="7772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  <a:defRPr sz="4000" b="0">
                <a:solidFill>
                  <a:srgbClr val="A78BFF"/>
                </a:solidFill>
                <a:latin typeface="Arial"/>
              </a:defRPr>
            </a:pPr>
            <a:r>
              <a:rPr lang="en-US" b="0">
                <a:solidFill>
                  <a:srgbClr val="A78BFF"/>
                </a:solidFill>
                <a:latin typeface="Candara" panose="020E0502030303020204" pitchFamily="34" charset="0"/>
              </a:rPr>
              <a:t>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CA7484-1894-0AE5-A580-15360F593708}"/>
              </a:ext>
            </a:extLst>
          </p:cNvPr>
          <p:cNvSpPr txBox="1"/>
          <p:nvPr/>
        </p:nvSpPr>
        <p:spPr>
          <a:xfrm>
            <a:off x="19350237" y="11007038"/>
            <a:ext cx="3738363" cy="1428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  <a:defRPr sz="2700" b="0">
                <a:solidFill>
                  <a:srgbClr val="E5E7E6"/>
                </a:solidFill>
                <a:latin typeface="Arial"/>
              </a:defRPr>
            </a:pPr>
            <a:r>
              <a:rPr lang="en-US" sz="4400" b="0">
                <a:solidFill>
                  <a:schemeClr val="accent2"/>
                </a:solidFill>
                <a:latin typeface="Candara" panose="020E0502030303020204" pitchFamily="34" charset="0"/>
              </a:rPr>
              <a:t>Microsoft Graph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62A719-BF12-33EB-74B0-1D07D9850382}"/>
              </a:ext>
            </a:extLst>
          </p:cNvPr>
          <p:cNvSpPr txBox="1"/>
          <p:nvPr/>
        </p:nvSpPr>
        <p:spPr>
          <a:xfrm>
            <a:off x="15667344" y="11372683"/>
            <a:ext cx="1950166" cy="697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  <a:defRPr sz="2700" b="0">
                <a:solidFill>
                  <a:srgbClr val="E5E7E6"/>
                </a:solidFill>
                <a:latin typeface="Arial"/>
              </a:defRPr>
            </a:pPr>
            <a:r>
              <a:rPr lang="en-US" sz="4400" b="0">
                <a:solidFill>
                  <a:schemeClr val="accent2"/>
                </a:solidFill>
                <a:latin typeface="Candara" panose="020E0502030303020204" pitchFamily="34" charset="0"/>
              </a:rPr>
              <a:t>LDAP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E7B256-A20E-50DE-EF12-673806D06839}"/>
              </a:ext>
            </a:extLst>
          </p:cNvPr>
          <p:cNvSpPr txBox="1"/>
          <p:nvPr/>
        </p:nvSpPr>
        <p:spPr>
          <a:xfrm>
            <a:off x="6751246" y="11372683"/>
            <a:ext cx="3519599" cy="697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  <a:defRPr sz="2700" b="0">
                <a:solidFill>
                  <a:srgbClr val="E5E7E6"/>
                </a:solidFill>
                <a:latin typeface="Arial"/>
              </a:defRPr>
            </a:pPr>
            <a:r>
              <a:rPr lang="en-US" sz="4400" b="0">
                <a:solidFill>
                  <a:schemeClr val="bg1"/>
                </a:solidFill>
                <a:latin typeface="Candara" panose="020E0502030303020204" pitchFamily="34" charset="0"/>
              </a:rPr>
              <a:t>Any REST API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BA337E-F8C9-387F-1018-F6A26FA0E1CC}"/>
              </a:ext>
            </a:extLst>
          </p:cNvPr>
          <p:cNvSpPr txBox="1"/>
          <p:nvPr/>
        </p:nvSpPr>
        <p:spPr>
          <a:xfrm>
            <a:off x="12003571" y="11372683"/>
            <a:ext cx="1931047" cy="697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  <a:defRPr sz="2700" b="0">
                <a:solidFill>
                  <a:srgbClr val="E5E7E6"/>
                </a:solidFill>
                <a:latin typeface="Arial"/>
              </a:defRPr>
            </a:pPr>
            <a:r>
              <a:rPr lang="en-US" sz="4400" b="0">
                <a:solidFill>
                  <a:schemeClr val="bg1"/>
                </a:solidFill>
                <a:latin typeface="Candara" panose="020E0502030303020204" pitchFamily="34" charset="0"/>
              </a:rPr>
              <a:t>Any CLI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83D54E6-A847-B1DE-BFE9-79525CF7E6AC}"/>
              </a:ext>
            </a:extLst>
          </p:cNvPr>
          <p:cNvSpPr txBox="1">
            <a:spLocks/>
          </p:cNvSpPr>
          <p:nvPr/>
        </p:nvSpPr>
        <p:spPr>
          <a:xfrm>
            <a:off x="5218771" y="1527726"/>
            <a:ext cx="17133140" cy="99719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70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/>
            <a:r>
              <a:rPr lang="en-US">
                <a:latin typeface="Candara" panose="020E0502030303020204" pitchFamily="34" charset="0"/>
              </a:rPr>
              <a:t>Maester Architecture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43BE700C-DEA3-BA0E-2798-1B2796F6009B}"/>
              </a:ext>
            </a:extLst>
          </p:cNvPr>
          <p:cNvSpPr/>
          <p:nvPr/>
        </p:nvSpPr>
        <p:spPr>
          <a:xfrm rot="16200000">
            <a:off x="10492272" y="-526212"/>
            <a:ext cx="3384216" cy="21808441"/>
          </a:xfrm>
          <a:prstGeom prst="rightBrace">
            <a:avLst>
              <a:gd name="adj1" fmla="val 8333"/>
              <a:gd name="adj2" fmla="val 56956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164C04-60AE-5C21-7A29-FDA00AD9970D}"/>
              </a:ext>
            </a:extLst>
          </p:cNvPr>
          <p:cNvSpPr txBox="1"/>
          <p:nvPr/>
        </p:nvSpPr>
        <p:spPr>
          <a:xfrm>
            <a:off x="1280157" y="11007038"/>
            <a:ext cx="3738363" cy="1428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  <a:defRPr sz="2700" b="0">
                <a:solidFill>
                  <a:srgbClr val="E5E7E6"/>
                </a:solidFill>
                <a:latin typeface="Arial"/>
              </a:defRPr>
            </a:pPr>
            <a:r>
              <a:rPr lang="en-US" sz="4400" b="0">
                <a:solidFill>
                  <a:schemeClr val="accent2"/>
                </a:solidFill>
                <a:latin typeface="Candara" panose="020E0502030303020204" pitchFamily="34" charset="0"/>
              </a:rPr>
              <a:t>PowerShell Modules</a:t>
            </a:r>
          </a:p>
        </p:txBody>
      </p:sp>
    </p:spTree>
    <p:extLst>
      <p:ext uri="{BB962C8B-B14F-4D97-AF65-F5344CB8AC3E}">
        <p14:creationId xmlns:p14="http://schemas.microsoft.com/office/powerpoint/2010/main" val="3887353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2164" y="1270266"/>
            <a:ext cx="18246435" cy="803297"/>
          </a:xfrm>
        </p:spPr>
        <p:txBody>
          <a:bodyPr wrap="square" lIns="0" tIns="0" rIns="0" bIns="0" anchor="t"/>
          <a:lstStyle/>
          <a:p>
            <a:pPr marL="0" indent="0" algn="r">
              <a:buNone/>
              <a:defRPr sz="5800" b="1">
                <a:solidFill>
                  <a:srgbClr val="7953F6"/>
                </a:solidFill>
                <a:latin typeface="Arial"/>
              </a:defRPr>
            </a:pPr>
            <a:r>
              <a:rPr lang="en-US" sz="5800" b="1">
                <a:solidFill>
                  <a:srgbClr val="7953F6"/>
                </a:solidFill>
                <a:latin typeface="Candara" panose="020E0502030303020204" pitchFamily="34" charset="0"/>
              </a:rPr>
              <a:t>The published baselines are already written for you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8E4664-EE7C-B641-0CB4-27D7C3F8D6F9}"/>
              </a:ext>
            </a:extLst>
          </p:cNvPr>
          <p:cNvGrpSpPr/>
          <p:nvPr/>
        </p:nvGrpSpPr>
        <p:grpSpPr>
          <a:xfrm>
            <a:off x="1298576" y="4770596"/>
            <a:ext cx="6857787" cy="5303520"/>
            <a:chOff x="1280159" y="3931920"/>
            <a:chExt cx="6857787" cy="5303520"/>
          </a:xfrm>
        </p:grpSpPr>
        <p:sp>
          <p:nvSpPr>
            <p:cNvPr id="4" name="Rounded Rectangle 3"/>
            <p:cNvSpPr/>
            <p:nvPr/>
          </p:nvSpPr>
          <p:spPr>
            <a:xfrm>
              <a:off x="1280159" y="3931920"/>
              <a:ext cx="6857787" cy="5303520"/>
            </a:xfrm>
            <a:prstGeom prst="roundRect">
              <a:avLst>
                <a:gd name="adj" fmla="val 4500"/>
              </a:avLst>
            </a:prstGeom>
            <a:solidFill>
              <a:srgbClr val="0B0C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938528" y="4389120"/>
              <a:ext cx="5212080" cy="15388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l">
                <a:buNone/>
                <a:defRPr sz="10000" b="1">
                  <a:solidFill>
                    <a:srgbClr val="FFFFFF"/>
                  </a:solidFill>
                  <a:latin typeface="Arial"/>
                </a:defRPr>
              </a:pPr>
              <a:r>
                <a:rPr lang="en-US" sz="10000" b="1">
                  <a:solidFill>
                    <a:schemeClr val="accent1"/>
                  </a:solidFill>
                  <a:latin typeface="Candara" panose="020E0502030303020204" pitchFamily="34" charset="0"/>
                </a:rPr>
                <a:t>360+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938528" y="6263641"/>
              <a:ext cx="5605272" cy="26827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8000"/>
                </a:lnSpc>
                <a:buNone/>
                <a:defRPr sz="2800" b="0">
                  <a:solidFill>
                    <a:srgbClr val="B9BCC2"/>
                  </a:solidFill>
                  <a:latin typeface="Arial"/>
                </a:defRPr>
              </a:pPr>
              <a:r>
                <a:rPr lang="en-US" sz="4400" b="0">
                  <a:solidFill>
                    <a:schemeClr val="accent4"/>
                  </a:solidFill>
                  <a:latin typeface="Candara" panose="020E0502030303020204" pitchFamily="34" charset="0"/>
                </a:rPr>
                <a:t>built-in security tests, created and maintained by the community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939132E-7F3B-4C45-21B4-1CBC44101F0E}"/>
              </a:ext>
            </a:extLst>
          </p:cNvPr>
          <p:cNvGrpSpPr/>
          <p:nvPr/>
        </p:nvGrpSpPr>
        <p:grpSpPr>
          <a:xfrm>
            <a:off x="9518427" y="3368992"/>
            <a:ext cx="13570171" cy="8106728"/>
            <a:chOff x="9351817" y="3368992"/>
            <a:chExt cx="13736781" cy="810672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D39041A-5450-8BA1-A58A-7CDE301720EB}"/>
                </a:ext>
              </a:extLst>
            </p:cNvPr>
            <p:cNvGrpSpPr/>
            <p:nvPr/>
          </p:nvGrpSpPr>
          <p:grpSpPr>
            <a:xfrm>
              <a:off x="9351817" y="3368992"/>
              <a:ext cx="13736781" cy="1477328"/>
              <a:chOff x="9040091" y="3931920"/>
              <a:chExt cx="14048508" cy="91440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9040091" y="3931920"/>
                <a:ext cx="14048508" cy="914400"/>
              </a:xfrm>
              <a:prstGeom prst="roundRect">
                <a:avLst>
                  <a:gd name="adj" fmla="val 4500"/>
                </a:avLst>
              </a:prstGeom>
              <a:solidFill>
                <a:srgbClr val="F3F1FE"/>
              </a:solidFill>
              <a:ln w="15875">
                <a:solidFill>
                  <a:srgbClr val="DED6F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4000">
                  <a:latin typeface="+mj-lt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9418274" y="4169663"/>
                <a:ext cx="10003582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3000" b="1">
                    <a:solidFill>
                      <a:srgbClr val="060709"/>
                    </a:solidFill>
                    <a:latin typeface="Arial"/>
                  </a:defRPr>
                </a:pPr>
                <a:r>
                  <a:rPr lang="en-US" sz="4000" b="1">
                    <a:solidFill>
                      <a:srgbClr val="060709"/>
                    </a:solidFill>
                    <a:latin typeface="+mj-lt"/>
                  </a:rPr>
                  <a:t>Maester Best Practices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0324000" y="4187952"/>
                <a:ext cx="2261679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r">
                  <a:buNone/>
                  <a:defRPr sz="2400" b="1">
                    <a:solidFill>
                      <a:srgbClr val="7953F6"/>
                    </a:solidFill>
                    <a:latin typeface="Courier New"/>
                  </a:defRPr>
                </a:pPr>
                <a:r>
                  <a:rPr sz="4000" b="1">
                    <a:solidFill>
                      <a:srgbClr val="7953F6"/>
                    </a:solidFill>
                    <a:latin typeface="+mj-lt"/>
                  </a:rPr>
                  <a:t>170+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1F01A5C-DE4D-0521-E374-FD0A7825A824}"/>
                </a:ext>
              </a:extLst>
            </p:cNvPr>
            <p:cNvGrpSpPr/>
            <p:nvPr/>
          </p:nvGrpSpPr>
          <p:grpSpPr>
            <a:xfrm>
              <a:off x="9351817" y="5026342"/>
              <a:ext cx="13736781" cy="1477328"/>
              <a:chOff x="9040091" y="5029200"/>
              <a:chExt cx="14048508" cy="914400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9040091" y="5029200"/>
                <a:ext cx="14048508" cy="914400"/>
              </a:xfrm>
              <a:prstGeom prst="roundRect">
                <a:avLst>
                  <a:gd name="adj" fmla="val 4500"/>
                </a:avLst>
              </a:prstGeom>
              <a:solidFill>
                <a:srgbClr val="F3F1FE"/>
              </a:solidFill>
              <a:ln w="15875">
                <a:solidFill>
                  <a:srgbClr val="DED6F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lang="en-US" sz="4000">
                  <a:latin typeface="+mj-lt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418274" y="5266944"/>
                <a:ext cx="10003582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3000" b="1">
                    <a:solidFill>
                      <a:srgbClr val="060709"/>
                    </a:solidFill>
                    <a:latin typeface="Arial"/>
                  </a:defRPr>
                </a:pPr>
                <a:r>
                  <a:rPr sz="4000" b="1">
                    <a:solidFill>
                      <a:srgbClr val="060709"/>
                    </a:solidFill>
                    <a:latin typeface="+mj-lt"/>
                  </a:rPr>
                  <a:t>CISA SCuBA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0324000" y="5285232"/>
                <a:ext cx="2261679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r">
                  <a:buNone/>
                  <a:defRPr sz="2400" b="1">
                    <a:solidFill>
                      <a:srgbClr val="7953F6"/>
                    </a:solidFill>
                    <a:latin typeface="Courier New"/>
                  </a:defRPr>
                </a:pPr>
                <a:r>
                  <a:rPr sz="4000" b="1">
                    <a:solidFill>
                      <a:srgbClr val="7953F6"/>
                    </a:solidFill>
                    <a:latin typeface="+mj-lt"/>
                  </a:rPr>
                  <a:t>70+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C85938-D82B-E77A-909C-F88C1C20207D}"/>
                </a:ext>
              </a:extLst>
            </p:cNvPr>
            <p:cNvGrpSpPr/>
            <p:nvPr/>
          </p:nvGrpSpPr>
          <p:grpSpPr>
            <a:xfrm>
              <a:off x="9351817" y="6683692"/>
              <a:ext cx="13736781" cy="1477328"/>
              <a:chOff x="9040091" y="6729152"/>
              <a:chExt cx="14048508" cy="914400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9040091" y="6729152"/>
                <a:ext cx="14048508" cy="914400"/>
              </a:xfrm>
              <a:prstGeom prst="roundRect">
                <a:avLst>
                  <a:gd name="adj" fmla="val 4500"/>
                </a:avLst>
              </a:prstGeom>
              <a:solidFill>
                <a:srgbClr val="F3F1FE"/>
              </a:solidFill>
              <a:ln w="15875">
                <a:solidFill>
                  <a:srgbClr val="DED6F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400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9418274" y="6966896"/>
                <a:ext cx="10003582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3000" b="1">
                    <a:solidFill>
                      <a:srgbClr val="060709"/>
                    </a:solidFill>
                    <a:latin typeface="Arial"/>
                  </a:defRPr>
                </a:pPr>
                <a:r>
                  <a:rPr lang="en-US" sz="4000" b="1">
                    <a:solidFill>
                      <a:srgbClr val="060709"/>
                    </a:solidFill>
                    <a:latin typeface="+mj-lt"/>
                  </a:rPr>
                  <a:t>CIS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0324000" y="6985185"/>
                <a:ext cx="2261679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r">
                  <a:buNone/>
                  <a:defRPr sz="2400" b="1">
                    <a:solidFill>
                      <a:srgbClr val="7953F6"/>
                    </a:solidFill>
                    <a:latin typeface="Courier New"/>
                  </a:defRPr>
                </a:pPr>
                <a:r>
                  <a:rPr sz="4000" b="1">
                    <a:solidFill>
                      <a:srgbClr val="7953F6"/>
                    </a:solidFill>
                    <a:latin typeface="+mj-lt"/>
                  </a:rPr>
                  <a:t>60+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55AC43-6122-954C-0BBB-FB01CFE79256}"/>
                </a:ext>
              </a:extLst>
            </p:cNvPr>
            <p:cNvGrpSpPr/>
            <p:nvPr/>
          </p:nvGrpSpPr>
          <p:grpSpPr>
            <a:xfrm>
              <a:off x="9351817" y="8341042"/>
              <a:ext cx="13736781" cy="1477328"/>
              <a:chOff x="9040091" y="8429104"/>
              <a:chExt cx="14048508" cy="914400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9040091" y="8429104"/>
                <a:ext cx="14048508" cy="914400"/>
              </a:xfrm>
              <a:prstGeom prst="roundRect">
                <a:avLst>
                  <a:gd name="adj" fmla="val 4500"/>
                </a:avLst>
              </a:prstGeom>
              <a:solidFill>
                <a:srgbClr val="F3F1FE"/>
              </a:solidFill>
              <a:ln w="15875">
                <a:solidFill>
                  <a:srgbClr val="DED6F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4000">
                  <a:latin typeface="+mj-lt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9418274" y="8666849"/>
                <a:ext cx="10003582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3000" b="1">
                    <a:solidFill>
                      <a:srgbClr val="060709"/>
                    </a:solidFill>
                    <a:latin typeface="Arial"/>
                  </a:defRPr>
                </a:pPr>
                <a:r>
                  <a:rPr lang="en-US" sz="4000" b="1">
                    <a:solidFill>
                      <a:srgbClr val="060709"/>
                    </a:solidFill>
                    <a:latin typeface="+mj-lt"/>
                  </a:rPr>
                  <a:t>EIDSCA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0324000" y="8685137"/>
                <a:ext cx="2261679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r">
                  <a:buNone/>
                  <a:defRPr sz="2400" b="1">
                    <a:solidFill>
                      <a:srgbClr val="7953F6"/>
                    </a:solidFill>
                    <a:latin typeface="Courier New"/>
                  </a:defRPr>
                </a:pPr>
                <a:r>
                  <a:rPr sz="4000" b="1">
                    <a:solidFill>
                      <a:srgbClr val="7953F6"/>
                    </a:solidFill>
                    <a:latin typeface="+mj-lt"/>
                  </a:rPr>
                  <a:t>60+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78C3A99-FEB7-CFD6-A015-EBF56C9CE7A8}"/>
                </a:ext>
              </a:extLst>
            </p:cNvPr>
            <p:cNvGrpSpPr/>
            <p:nvPr/>
          </p:nvGrpSpPr>
          <p:grpSpPr>
            <a:xfrm>
              <a:off x="9351817" y="9998392"/>
              <a:ext cx="13736781" cy="1477328"/>
              <a:chOff x="9040091" y="10561320"/>
              <a:chExt cx="14048508" cy="91440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9040091" y="10561320"/>
                <a:ext cx="14048508" cy="914400"/>
              </a:xfrm>
              <a:prstGeom prst="roundRect">
                <a:avLst>
                  <a:gd name="adj" fmla="val 4500"/>
                </a:avLst>
              </a:prstGeom>
              <a:solidFill>
                <a:srgbClr val="F3F1FE"/>
              </a:solidFill>
              <a:ln w="15875">
                <a:solidFill>
                  <a:srgbClr val="DED6F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4000">
                  <a:latin typeface="+mj-lt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418274" y="10799064"/>
                <a:ext cx="10003582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buNone/>
                  <a:defRPr sz="3000" b="1">
                    <a:solidFill>
                      <a:srgbClr val="060709"/>
                    </a:solidFill>
                    <a:latin typeface="Arial"/>
                  </a:defRPr>
                </a:pPr>
                <a:r>
                  <a:rPr lang="en-US" sz="4000" b="1">
                    <a:solidFill>
                      <a:srgbClr val="060709"/>
                    </a:solidFill>
                    <a:latin typeface="+mj-lt"/>
                  </a:rPr>
                  <a:t>ORCA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0324000" y="10817352"/>
                <a:ext cx="2261679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r">
                  <a:buNone/>
                  <a:defRPr sz="2400" b="1">
                    <a:solidFill>
                      <a:srgbClr val="5E636B"/>
                    </a:solidFill>
                    <a:latin typeface="Courier New"/>
                  </a:defRPr>
                </a:pPr>
                <a:r>
                  <a:rPr sz="4000" b="1">
                    <a:solidFill>
                      <a:schemeClr val="accent2"/>
                    </a:solidFill>
                    <a:latin typeface="+mj-lt"/>
                  </a:rPr>
                  <a:t>included</a:t>
                </a:r>
              </a:p>
            </p:txBody>
          </p:sp>
        </p:grpSp>
      </p:grpSp>
      <p:sp>
        <p:nvSpPr>
          <p:cNvPr id="26" name="TextBox 25"/>
          <p:cNvSpPr txBox="1"/>
          <p:nvPr/>
        </p:nvSpPr>
        <p:spPr>
          <a:xfrm>
            <a:off x="1298576" y="10739136"/>
            <a:ext cx="7561482" cy="246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200" b="1">
                <a:solidFill>
                  <a:srgbClr val="7953F6"/>
                </a:solidFill>
                <a:latin typeface="Arial"/>
              </a:defRPr>
            </a:pPr>
            <a:r>
              <a:rPr lang="en-US" sz="4000" b="1">
                <a:solidFill>
                  <a:srgbClr val="7953F6"/>
                </a:solidFill>
                <a:latin typeface="Candara" panose="020E0502030303020204" pitchFamily="34" charset="0"/>
              </a:rPr>
              <a:t>All of that is what</a:t>
            </a:r>
          </a:p>
          <a:p>
            <a:pPr marL="0" indent="0" algn="l">
              <a:buNone/>
              <a:defRPr sz="3200" b="1">
                <a:solidFill>
                  <a:srgbClr val="7953F6"/>
                </a:solidFill>
                <a:latin typeface="Arial"/>
              </a:defRPr>
            </a:pPr>
            <a:r>
              <a:rPr lang="en-US" sz="4000" b="1">
                <a:solidFill>
                  <a:srgbClr val="7953F6"/>
                </a:solidFill>
                <a:latin typeface="Candara" panose="020E0502030303020204" pitchFamily="34" charset="0"/>
              </a:rPr>
              <a:t>EVERY tenant should do.</a:t>
            </a:r>
          </a:p>
          <a:p>
            <a:pPr marL="0" indent="0" algn="l">
              <a:buNone/>
              <a:defRPr sz="3200" b="1">
                <a:solidFill>
                  <a:srgbClr val="7953F6"/>
                </a:solidFill>
                <a:latin typeface="Arial"/>
              </a:defRPr>
            </a:pPr>
            <a:endParaRPr lang="en-US" sz="4000" b="1">
              <a:solidFill>
                <a:srgbClr val="7953F6"/>
              </a:solidFill>
              <a:latin typeface="Candara" panose="020E0502030303020204" pitchFamily="34" charset="0"/>
            </a:endParaRPr>
          </a:p>
          <a:p>
            <a:pPr>
              <a:defRPr sz="3200" b="1">
                <a:solidFill>
                  <a:srgbClr val="7953F6"/>
                </a:solidFill>
                <a:latin typeface="Arial"/>
              </a:defRPr>
            </a:pPr>
            <a:r>
              <a:rPr lang="en-US" sz="4000" b="1">
                <a:solidFill>
                  <a:srgbClr val="7953F6"/>
                </a:solidFill>
                <a:latin typeface="Candara" panose="020E0502030303020204" pitchFamily="34" charset="0"/>
              </a:rPr>
              <a:t>→ What should YOUR tenant do?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600BB-07D8-3F1B-9717-D0F830FD4A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858" y="6209968"/>
            <a:ext cx="7962900" cy="7059612"/>
          </a:xfrm>
        </p:spPr>
        <p:txBody>
          <a:bodyPr anchor="b"/>
          <a:lstStyle/>
          <a:p>
            <a:pPr marL="0" indent="0">
              <a:buNone/>
            </a:pPr>
            <a:r>
              <a:rPr lang="en-US">
                <a:latin typeface="+mj-lt"/>
              </a:rPr>
              <a:t>Security benchmarks are great, but…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72424-4795-3A36-439A-428401B137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77234" y="5339613"/>
            <a:ext cx="10631837" cy="4400161"/>
          </a:xfrm>
        </p:spPr>
        <p:txBody>
          <a:bodyPr>
            <a:normAutofit/>
          </a:bodyPr>
          <a:lstStyle/>
          <a:p>
            <a:r>
              <a:rPr lang="en-US">
                <a:latin typeface="+mj-lt"/>
              </a:rPr>
              <a:t>How </a:t>
            </a:r>
            <a:r>
              <a:rPr lang="en-US">
                <a:solidFill>
                  <a:schemeClr val="accent1"/>
                </a:solidFill>
                <a:latin typeface="+mj-lt"/>
              </a:rPr>
              <a:t>resilient</a:t>
            </a:r>
            <a:r>
              <a:rPr lang="en-US" cap="small">
                <a:solidFill>
                  <a:schemeClr val="accent1"/>
                </a:solidFill>
                <a:latin typeface="+mj-lt"/>
              </a:rPr>
              <a:t> </a:t>
            </a:r>
            <a:r>
              <a:rPr lang="en-US">
                <a:latin typeface="+mj-lt"/>
              </a:rPr>
              <a:t>is the implementation of </a:t>
            </a:r>
            <a:r>
              <a:rPr lang="en-US">
                <a:solidFill>
                  <a:schemeClr val="accent1"/>
                </a:solidFill>
                <a:latin typeface="+mj-lt"/>
              </a:rPr>
              <a:t>your policies</a:t>
            </a:r>
            <a:r>
              <a:rPr lang="en-US">
                <a:latin typeface="+mj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9809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6B632-A0F8-5412-A8A8-7C5773AC41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9716" y="3138055"/>
            <a:ext cx="14913848" cy="7707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i="1"/>
              <a:t>“The first step in resiliency is not just having a backup plan or a backup tool or capabilities to put things back. </a:t>
            </a:r>
            <a:r>
              <a:rPr lang="en-US" sz="5400" i="1">
                <a:solidFill>
                  <a:schemeClr val="accent1"/>
                </a:solidFill>
              </a:rPr>
              <a:t>You need to know what’s important to your organization. If you know what’s important, you know what to put back, you know when it’s broken</a:t>
            </a:r>
            <a:r>
              <a:rPr lang="en-US" sz="5400" i="1"/>
              <a:t>.”</a:t>
            </a:r>
          </a:p>
          <a:p>
            <a:pPr marL="0" indent="0">
              <a:buNone/>
            </a:pPr>
            <a:endParaRPr lang="en-US" sz="5400" i="1"/>
          </a:p>
          <a:p>
            <a:pPr marL="0" indent="0">
              <a:buNone/>
            </a:pPr>
            <a:endParaRPr lang="en-US"/>
          </a:p>
          <a:p>
            <a:pPr marL="914400" lvl="2" indent="0">
              <a:buNone/>
            </a:pPr>
            <a:r>
              <a:rPr lang="en-US" sz="3200"/>
              <a:t>Tim Springston</a:t>
            </a:r>
          </a:p>
          <a:p>
            <a:pPr marL="914400" lvl="2" indent="0">
              <a:buNone/>
            </a:pPr>
            <a:r>
              <a:rPr lang="en-US" sz="3200"/>
              <a:t>HIP Podcast, S1E98</a:t>
            </a:r>
          </a:p>
        </p:txBody>
      </p:sp>
    </p:spTree>
    <p:extLst>
      <p:ext uri="{BB962C8B-B14F-4D97-AF65-F5344CB8AC3E}">
        <p14:creationId xmlns:p14="http://schemas.microsoft.com/office/powerpoint/2010/main" val="2226431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56CA75F-7897-FF73-9868-B5E55959BBBF}"/>
              </a:ext>
            </a:extLst>
          </p:cNvPr>
          <p:cNvGrpSpPr/>
          <p:nvPr/>
        </p:nvGrpSpPr>
        <p:grpSpPr>
          <a:xfrm>
            <a:off x="1298575" y="4011897"/>
            <a:ext cx="10442448" cy="4570995"/>
            <a:chOff x="1298575" y="3866423"/>
            <a:chExt cx="10442448" cy="4570995"/>
          </a:xfrm>
        </p:grpSpPr>
        <p:sp>
          <p:nvSpPr>
            <p:cNvPr id="4" name="Rounded Rectangle 3"/>
            <p:cNvSpPr/>
            <p:nvPr/>
          </p:nvSpPr>
          <p:spPr>
            <a:xfrm>
              <a:off x="1298575" y="3866423"/>
              <a:ext cx="10442448" cy="4570995"/>
            </a:xfrm>
            <a:prstGeom prst="roundRect">
              <a:avLst>
                <a:gd name="adj" fmla="val 4500"/>
              </a:avLst>
            </a:prstGeom>
            <a:solidFill>
              <a:srgbClr val="F4F4F6"/>
            </a:solidFill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>
                <a:latin typeface="Candara" panose="020E050203030302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011680" y="4356733"/>
              <a:ext cx="900684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l">
                <a:buNone/>
                <a:defRPr sz="2200" b="1">
                  <a:solidFill>
                    <a:srgbClr val="5E636B"/>
                  </a:solidFill>
                  <a:latin typeface="Courier New"/>
                </a:defRPr>
              </a:pPr>
              <a:r>
                <a:rPr lang="en-US" sz="4800" b="1">
                  <a:solidFill>
                    <a:schemeClr val="tx2"/>
                  </a:solidFill>
                  <a:latin typeface="Candara" panose="020E0502030303020204" pitchFamily="34" charset="0"/>
                </a:rPr>
                <a:t>What Benchmarks Cover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011679" y="5554175"/>
              <a:ext cx="9006841" cy="28832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384048" indent="-384048">
                <a:lnSpc>
                  <a:spcPct val="105000"/>
                </a:lnSpc>
                <a:spcAft>
                  <a:spcPts val="1200"/>
                </a:spcAft>
                <a:buClr>
                  <a:srgbClr val="060709"/>
                </a:buClr>
                <a:buFont typeface="Arial"/>
                <a:buChar char="•"/>
                <a:defRPr sz="3000" b="0">
                  <a:solidFill>
                    <a:srgbClr val="060709"/>
                  </a:solidFill>
                  <a:latin typeface="Arial"/>
                </a:defRPr>
              </a:pPr>
              <a:r>
                <a:rPr lang="en-US" sz="4000">
                  <a:solidFill>
                    <a:srgbClr val="060709"/>
                  </a:solidFill>
                  <a:latin typeface="Candara" panose="020E0502030303020204" pitchFamily="34" charset="0"/>
                </a:rPr>
                <a:t>Universally applicable baselines</a:t>
              </a:r>
            </a:p>
            <a:p>
              <a:pPr marL="384048" indent="-384048">
                <a:lnSpc>
                  <a:spcPct val="105000"/>
                </a:lnSpc>
                <a:spcAft>
                  <a:spcPts val="1200"/>
                </a:spcAft>
                <a:buClr>
                  <a:srgbClr val="060709"/>
                </a:buClr>
                <a:buFont typeface="Arial"/>
                <a:buChar char="•"/>
                <a:defRPr sz="3000" b="0">
                  <a:solidFill>
                    <a:srgbClr val="060709"/>
                  </a:solidFill>
                  <a:latin typeface="Arial"/>
                </a:defRPr>
              </a:pPr>
              <a:r>
                <a:rPr lang="en-US" sz="4000">
                  <a:solidFill>
                    <a:srgbClr val="060709"/>
                  </a:solidFill>
                  <a:latin typeface="Candara" panose="020E0502030303020204" pitchFamily="34" charset="0"/>
                </a:rPr>
                <a:t>Publicly governed or community driven</a:t>
              </a:r>
            </a:p>
            <a:p>
              <a:pPr marL="384048" indent="-384048">
                <a:lnSpc>
                  <a:spcPct val="105000"/>
                </a:lnSpc>
                <a:spcAft>
                  <a:spcPts val="1200"/>
                </a:spcAft>
                <a:buClr>
                  <a:srgbClr val="060709"/>
                </a:buClr>
                <a:buFont typeface="Arial"/>
                <a:buChar char="•"/>
                <a:defRPr sz="3000" b="0">
                  <a:solidFill>
                    <a:srgbClr val="060709"/>
                  </a:solidFill>
                  <a:latin typeface="Arial"/>
                </a:defRPr>
              </a:pPr>
              <a:r>
                <a:rPr lang="en-US" sz="4000">
                  <a:solidFill>
                    <a:srgbClr val="060709"/>
                  </a:solidFill>
                  <a:latin typeface="Candara" panose="020E0502030303020204" pitchFamily="34" charset="0"/>
                </a:rPr>
                <a:t>Track exceptions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E81657-D539-C687-1A80-CDEE698F2CBD}"/>
              </a:ext>
            </a:extLst>
          </p:cNvPr>
          <p:cNvGrpSpPr/>
          <p:nvPr/>
        </p:nvGrpSpPr>
        <p:grpSpPr>
          <a:xfrm>
            <a:off x="12646152" y="4011897"/>
            <a:ext cx="10442448" cy="4570995"/>
            <a:chOff x="12646152" y="3866423"/>
            <a:chExt cx="10442448" cy="4570995"/>
          </a:xfrm>
        </p:grpSpPr>
        <p:sp>
          <p:nvSpPr>
            <p:cNvPr id="7" name="Rounded Rectangle 6"/>
            <p:cNvSpPr/>
            <p:nvPr/>
          </p:nvSpPr>
          <p:spPr>
            <a:xfrm>
              <a:off x="12646152" y="3866423"/>
              <a:ext cx="10442448" cy="4570995"/>
            </a:xfrm>
            <a:prstGeom prst="roundRect">
              <a:avLst>
                <a:gd name="adj" fmla="val 4500"/>
              </a:avLst>
            </a:prstGeom>
            <a:solidFill>
              <a:srgbClr val="EDE6FE"/>
            </a:solidFill>
            <a:ln w="15875">
              <a:solidFill>
                <a:srgbClr val="7953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>
                <a:latin typeface="Candara" panose="020E0502030303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377672" y="4356733"/>
              <a:ext cx="900684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l">
                <a:buNone/>
                <a:defRPr sz="2200" b="1">
                  <a:solidFill>
                    <a:srgbClr val="7953F6"/>
                  </a:solidFill>
                  <a:latin typeface="Courier New"/>
                </a:defRPr>
              </a:pPr>
              <a:r>
                <a:rPr lang="en-US" sz="4800" b="1">
                  <a:solidFill>
                    <a:schemeClr val="tx2"/>
                  </a:solidFill>
                  <a:latin typeface="Candara" panose="020E0502030303020204" pitchFamily="34" charset="0"/>
                </a:rPr>
                <a:t>Your Tenant Invariants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377672" y="5554175"/>
              <a:ext cx="9006840" cy="28832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384048" indent="-384048" algn="l">
                <a:lnSpc>
                  <a:spcPct val="105000"/>
                </a:lnSpc>
                <a:spcAft>
                  <a:spcPts val="1200"/>
                </a:spcAft>
                <a:buClr>
                  <a:srgbClr val="060709"/>
                </a:buClr>
                <a:buFont typeface="Arial"/>
                <a:buChar char="•"/>
                <a:defRPr sz="3000" b="0">
                  <a:solidFill>
                    <a:srgbClr val="060709"/>
                  </a:solidFill>
                  <a:latin typeface="Arial"/>
                </a:defRPr>
              </a:pPr>
              <a:r>
                <a:rPr lang="en-US" sz="4000" b="0">
                  <a:solidFill>
                    <a:srgbClr val="060709"/>
                  </a:solidFill>
                  <a:latin typeface="Candara" panose="020E0502030303020204" pitchFamily="34" charset="0"/>
                </a:rPr>
                <a:t>Things that must always be present</a:t>
              </a:r>
            </a:p>
            <a:p>
              <a:pPr marL="384048" indent="-384048" algn="l">
                <a:lnSpc>
                  <a:spcPct val="105000"/>
                </a:lnSpc>
                <a:spcAft>
                  <a:spcPts val="1200"/>
                </a:spcAft>
                <a:buClr>
                  <a:srgbClr val="060709"/>
                </a:buClr>
                <a:buFont typeface="Arial"/>
                <a:buChar char="•"/>
                <a:defRPr sz="3000" b="0">
                  <a:solidFill>
                    <a:srgbClr val="060709"/>
                  </a:solidFill>
                  <a:latin typeface="Arial"/>
                </a:defRPr>
              </a:pPr>
              <a:r>
                <a:rPr lang="en-US" sz="4000">
                  <a:solidFill>
                    <a:srgbClr val="060709"/>
                  </a:solidFill>
                  <a:latin typeface="Candara" panose="020E0502030303020204" pitchFamily="34" charset="0"/>
                </a:rPr>
                <a:t>Things that must always be consistent</a:t>
              </a:r>
            </a:p>
            <a:p>
              <a:pPr marL="384048" indent="-384048" algn="l">
                <a:lnSpc>
                  <a:spcPct val="105000"/>
                </a:lnSpc>
                <a:spcAft>
                  <a:spcPts val="1200"/>
                </a:spcAft>
                <a:buClr>
                  <a:srgbClr val="060709"/>
                </a:buClr>
                <a:buFont typeface="Arial"/>
                <a:buChar char="•"/>
                <a:defRPr sz="3000" b="0">
                  <a:solidFill>
                    <a:srgbClr val="060709"/>
                  </a:solidFill>
                  <a:latin typeface="Arial"/>
                </a:defRPr>
              </a:pPr>
              <a:r>
                <a:rPr lang="en-US" sz="4000" b="0">
                  <a:solidFill>
                    <a:srgbClr val="060709"/>
                  </a:solidFill>
                  <a:latin typeface="Candara" panose="020E0502030303020204" pitchFamily="34" charset="0"/>
                </a:rPr>
                <a:t>No exceptions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7EE30A-2E1F-80F4-7BF0-EBD4588E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715" y="1723212"/>
            <a:ext cx="16181539" cy="969496"/>
          </a:xfrm>
        </p:spPr>
        <p:txBody>
          <a:bodyPr/>
          <a:lstStyle/>
          <a:p>
            <a:r>
              <a:rPr lang="en-US">
                <a:latin typeface="Candara" panose="020E0502030303020204" pitchFamily="34" charset="0"/>
              </a:rPr>
              <a:t>Benchmarks don’t tell the whole story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94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952" y="1313003"/>
            <a:ext cx="16977648" cy="858697"/>
          </a:xfrm>
        </p:spPr>
        <p:txBody>
          <a:bodyPr wrap="square" lIns="0" tIns="0" rIns="0" bIns="0" anchor="t"/>
          <a:lstStyle/>
          <a:p>
            <a:pPr marL="0" indent="0" algn="r">
              <a:buNone/>
              <a:defRPr sz="6200" b="1">
                <a:solidFill>
                  <a:srgbClr val="7953F6"/>
                </a:solidFill>
                <a:latin typeface="Arial"/>
              </a:defRPr>
            </a:pPr>
            <a:r>
              <a:rPr lang="en-US" sz="6200" b="1">
                <a:solidFill>
                  <a:srgbClr val="7953F6"/>
                </a:solidFill>
                <a:latin typeface="+mj-lt"/>
              </a:rPr>
              <a:t>Things no benchmark will ever check for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3931920"/>
            <a:ext cx="10835640" cy="2560320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65376" y="4407408"/>
            <a:ext cx="731520" cy="58521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FFFFFF"/>
                </a:solidFill>
                <a:latin typeface="Courier New"/>
              </a:defRPr>
            </a:pPr>
            <a:r>
              <a:rPr sz="21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9504" y="4370831"/>
            <a:ext cx="862279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600" b="1">
                <a:solidFill>
                  <a:srgbClr val="060709"/>
                </a:solidFill>
                <a:latin typeface="Arial"/>
              </a:defRPr>
            </a:pPr>
            <a:r>
              <a:rPr lang="en-US" sz="3600" b="1">
                <a:solidFill>
                  <a:srgbClr val="060709"/>
                </a:solidFill>
                <a:latin typeface="+mj-lt"/>
              </a:rPr>
              <a:t>Verified tenant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5376" y="5230368"/>
            <a:ext cx="9646920" cy="94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060709"/>
                </a:solidFill>
                <a:latin typeface="Arial"/>
              </a:defRPr>
            </a:pPr>
            <a:r>
              <a:rPr lang="en-US" sz="2900" b="0">
                <a:solidFill>
                  <a:srgbClr val="060709"/>
                </a:solidFill>
                <a:latin typeface="+mj-lt"/>
              </a:rPr>
              <a:t>Which domains you verified and which services are enabled on each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52960" y="3931920"/>
            <a:ext cx="10835640" cy="2560320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2838176" y="4407408"/>
            <a:ext cx="731520" cy="58521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FFFFFF"/>
                </a:solidFill>
                <a:latin typeface="Courier New"/>
              </a:defRPr>
            </a:pPr>
            <a:r>
              <a:rPr sz="2100" b="1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62304" y="4370831"/>
            <a:ext cx="84862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600" b="1">
                <a:solidFill>
                  <a:srgbClr val="060709"/>
                </a:solidFill>
                <a:latin typeface="Arial"/>
              </a:defRPr>
            </a:pPr>
            <a:r>
              <a:rPr lang="en-US" b="1">
                <a:solidFill>
                  <a:srgbClr val="060709"/>
                </a:solidFill>
                <a:latin typeface="+mj-lt"/>
              </a:rPr>
              <a:t>Unapproved</a:t>
            </a:r>
            <a:r>
              <a:rPr lang="en-US" sz="3600" b="1">
                <a:solidFill>
                  <a:srgbClr val="060709"/>
                </a:solidFill>
                <a:latin typeface="+mj-lt"/>
              </a:rPr>
              <a:t> apps and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38176" y="5230368"/>
            <a:ext cx="9646920" cy="94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060709"/>
                </a:solidFill>
                <a:latin typeface="Arial"/>
              </a:defRPr>
            </a:pPr>
            <a:r>
              <a:rPr lang="en-US" sz="2900" b="0">
                <a:solidFill>
                  <a:srgbClr val="060709"/>
                </a:solidFill>
                <a:latin typeface="+mj-lt"/>
              </a:rPr>
              <a:t>Which services no user in your tenant should use or ever be licensed for.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6720840"/>
            <a:ext cx="10835640" cy="2560320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65376" y="7196327"/>
            <a:ext cx="731520" cy="58521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FFFFFF"/>
                </a:solidFill>
                <a:latin typeface="Courier New"/>
              </a:defRPr>
            </a:pPr>
            <a:r>
              <a:rPr sz="2100" b="1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7159752"/>
            <a:ext cx="5486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600" b="1">
                <a:solidFill>
                  <a:srgbClr val="7953F6"/>
                </a:solidFill>
                <a:latin typeface="Arial"/>
              </a:defRPr>
            </a:pPr>
            <a:r>
              <a:rPr lang="en-US" sz="3600" b="1">
                <a:solidFill>
                  <a:schemeClr val="tx2"/>
                </a:solidFill>
                <a:latin typeface="+mj-lt"/>
              </a:rPr>
              <a:t>Never-empty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8019288"/>
            <a:ext cx="9646920" cy="459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060709"/>
                </a:solidFill>
                <a:latin typeface="Arial"/>
              </a:defRPr>
            </a:pPr>
            <a:r>
              <a:rPr lang="en-US" sz="2900" b="0">
                <a:solidFill>
                  <a:srgbClr val="060709"/>
                </a:solidFill>
                <a:latin typeface="+mj-lt"/>
              </a:rPr>
              <a:t>Which roles must never be left unassigned.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52960" y="6720840"/>
            <a:ext cx="10835640" cy="2560320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2838176" y="7196327"/>
            <a:ext cx="731520" cy="58521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FFFFFF"/>
                </a:solidFill>
                <a:latin typeface="Courier New"/>
              </a:defRPr>
            </a:pPr>
            <a:r>
              <a:rPr sz="2100" b="1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62304" y="7159752"/>
            <a:ext cx="5486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600" b="1">
                <a:solidFill>
                  <a:srgbClr val="060709"/>
                </a:solidFill>
                <a:latin typeface="Arial"/>
              </a:defRPr>
            </a:pPr>
            <a:r>
              <a:rPr lang="en-US" sz="3600" b="1">
                <a:solidFill>
                  <a:srgbClr val="060709"/>
                </a:solidFill>
                <a:latin typeface="+mj-lt"/>
              </a:rPr>
              <a:t>Administrative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38176" y="8019288"/>
            <a:ext cx="9646920" cy="459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060709"/>
                </a:solidFill>
                <a:latin typeface="Arial"/>
              </a:defRPr>
            </a:pPr>
            <a:r>
              <a:rPr lang="en-US" sz="2900" b="0">
                <a:solidFill>
                  <a:srgbClr val="060709"/>
                </a:solidFill>
                <a:latin typeface="+mj-lt"/>
              </a:rPr>
              <a:t>Which AUs should exist and what they should look like.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64DA5B70-2ED2-A092-899F-9CABC8F3016D}"/>
              </a:ext>
            </a:extLst>
          </p:cNvPr>
          <p:cNvSpPr/>
          <p:nvPr/>
        </p:nvSpPr>
        <p:spPr>
          <a:xfrm>
            <a:off x="1280160" y="9518905"/>
            <a:ext cx="10835640" cy="2560320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8984E7DC-F82C-B7B0-1ABA-2E162BFB2963}"/>
              </a:ext>
            </a:extLst>
          </p:cNvPr>
          <p:cNvSpPr/>
          <p:nvPr/>
        </p:nvSpPr>
        <p:spPr>
          <a:xfrm>
            <a:off x="1865376" y="9994392"/>
            <a:ext cx="731520" cy="58521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FFFFFF"/>
                </a:solidFill>
                <a:latin typeface="Courier New"/>
              </a:defRPr>
            </a:pPr>
            <a:r>
              <a:rPr sz="2100" b="1">
                <a:solidFill>
                  <a:srgbClr val="FFFFFF"/>
                </a:solidFill>
                <a:latin typeface="+mj-lt"/>
              </a:rPr>
              <a:t>0</a:t>
            </a:r>
            <a:r>
              <a:rPr lang="en-US" sz="2100" b="1">
                <a:solidFill>
                  <a:srgbClr val="FFFFFF"/>
                </a:solidFill>
                <a:latin typeface="+mj-lt"/>
              </a:rPr>
              <a:t>5</a:t>
            </a:r>
            <a:endParaRPr sz="21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917D3C-FFB8-8423-83DD-4FDF3876F460}"/>
              </a:ext>
            </a:extLst>
          </p:cNvPr>
          <p:cNvSpPr txBox="1"/>
          <p:nvPr/>
        </p:nvSpPr>
        <p:spPr>
          <a:xfrm>
            <a:off x="2889504" y="9957817"/>
            <a:ext cx="5486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600" b="1">
                <a:solidFill>
                  <a:srgbClr val="7953F6"/>
                </a:solidFill>
                <a:latin typeface="Arial"/>
              </a:defRPr>
            </a:pPr>
            <a:r>
              <a:rPr lang="en-US" sz="3600" b="1">
                <a:solidFill>
                  <a:schemeClr val="tx2"/>
                </a:solidFill>
                <a:latin typeface="+mj-lt"/>
              </a:rPr>
              <a:t>Business relationships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17AFAB-84BA-D64A-F080-6043ABAA28E8}"/>
              </a:ext>
            </a:extLst>
          </p:cNvPr>
          <p:cNvSpPr txBox="1"/>
          <p:nvPr/>
        </p:nvSpPr>
        <p:spPr>
          <a:xfrm>
            <a:off x="1865376" y="10817353"/>
            <a:ext cx="9646920" cy="94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060709"/>
                </a:solidFill>
                <a:latin typeface="Arial"/>
              </a:defRPr>
            </a:pPr>
            <a:r>
              <a:rPr lang="en-US" sz="2900" b="0">
                <a:solidFill>
                  <a:srgbClr val="060709"/>
                </a:solidFill>
                <a:latin typeface="+mj-lt"/>
              </a:rPr>
              <a:t>Which organizations and domains should be configured for cross-tenant collaboration.</a:t>
            </a: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A2AC3F96-CFD2-5C7E-BD04-5219B06CD543}"/>
              </a:ext>
            </a:extLst>
          </p:cNvPr>
          <p:cNvSpPr/>
          <p:nvPr/>
        </p:nvSpPr>
        <p:spPr>
          <a:xfrm>
            <a:off x="12252960" y="9518905"/>
            <a:ext cx="10835640" cy="2560320"/>
          </a:xfrm>
          <a:prstGeom prst="roundRect">
            <a:avLst>
              <a:gd name="adj" fmla="val 4500"/>
            </a:avLst>
          </a:prstGeom>
          <a:solidFill>
            <a:srgbClr val="F3F1FE"/>
          </a:solidFill>
          <a:ln w="15875">
            <a:solidFill>
              <a:srgbClr val="DED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6" name="Rounded Rectangle 17">
            <a:extLst>
              <a:ext uri="{FF2B5EF4-FFF2-40B4-BE49-F238E27FC236}">
                <a16:creationId xmlns:a16="http://schemas.microsoft.com/office/drawing/2014/main" id="{04DB0778-F378-A617-D8E1-0A559BEF64B2}"/>
              </a:ext>
            </a:extLst>
          </p:cNvPr>
          <p:cNvSpPr/>
          <p:nvPr/>
        </p:nvSpPr>
        <p:spPr>
          <a:xfrm>
            <a:off x="12838176" y="9994392"/>
            <a:ext cx="731520" cy="585216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FFFFFF"/>
                </a:solidFill>
                <a:latin typeface="Courier New"/>
              </a:defRPr>
            </a:pPr>
            <a:r>
              <a:rPr sz="2100" b="1">
                <a:solidFill>
                  <a:srgbClr val="FFFFFF"/>
                </a:solidFill>
                <a:latin typeface="+mj-lt"/>
              </a:rPr>
              <a:t>0</a:t>
            </a:r>
            <a:r>
              <a:rPr lang="en-US" sz="2100" b="1">
                <a:solidFill>
                  <a:srgbClr val="FFFFFF"/>
                </a:solidFill>
                <a:latin typeface="+mj-lt"/>
              </a:rPr>
              <a:t>6</a:t>
            </a:r>
            <a:endParaRPr sz="21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3E47CE-185A-19BC-DC77-E5D1FFBEF4E4}"/>
              </a:ext>
            </a:extLst>
          </p:cNvPr>
          <p:cNvSpPr txBox="1"/>
          <p:nvPr/>
        </p:nvSpPr>
        <p:spPr>
          <a:xfrm>
            <a:off x="13862303" y="9957817"/>
            <a:ext cx="785870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600" b="1">
                <a:solidFill>
                  <a:srgbClr val="060709"/>
                </a:solidFill>
                <a:latin typeface="Arial"/>
              </a:defRPr>
            </a:pPr>
            <a:r>
              <a:rPr lang="en-US" sz="3600" b="1">
                <a:solidFill>
                  <a:srgbClr val="060709"/>
                </a:solidFill>
                <a:latin typeface="+mj-lt"/>
              </a:rPr>
              <a:t>eDiscovery and litigation holds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EAB95B-6A15-7C33-57A2-288C24DF2D8B}"/>
              </a:ext>
            </a:extLst>
          </p:cNvPr>
          <p:cNvSpPr txBox="1"/>
          <p:nvPr/>
        </p:nvSpPr>
        <p:spPr>
          <a:xfrm>
            <a:off x="12838176" y="10817353"/>
            <a:ext cx="9646920" cy="94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060709"/>
                </a:solidFill>
                <a:latin typeface="Arial"/>
              </a:defRPr>
            </a:pPr>
            <a:r>
              <a:rPr lang="en-US" sz="2900" b="0">
                <a:solidFill>
                  <a:srgbClr val="060709"/>
                </a:solidFill>
                <a:latin typeface="+mj-lt"/>
              </a:rPr>
              <a:t>Are your policies and requirements upheld in all standing searches and holds?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6FD34-A0B1-2AA1-60DE-994B79E0D4C2}"/>
              </a:ext>
            </a:extLst>
          </p:cNvPr>
          <p:cNvSpPr txBox="1"/>
          <p:nvPr/>
        </p:nvSpPr>
        <p:spPr>
          <a:xfrm>
            <a:off x="1280161" y="12547333"/>
            <a:ext cx="2180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hlinkClick r:id="rId3"/>
              </a:rPr>
              <a:t>Examples of Custom Tests by Clayton Tyger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C382-3E4F-1383-6AFD-9515F8F8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27727426-8506-8E30-5CC1-1EF88A73B190}"/>
              </a:ext>
            </a:extLst>
          </p:cNvPr>
          <p:cNvSpPr txBox="1">
            <a:spLocks/>
          </p:cNvSpPr>
          <p:nvPr/>
        </p:nvSpPr>
        <p:spPr>
          <a:xfrm>
            <a:off x="5635420" y="1500724"/>
            <a:ext cx="17133140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70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6000" b="1">
                <a:solidFill>
                  <a:srgbClr val="7953F6"/>
                </a:solidFill>
                <a:latin typeface="+mj-lt"/>
              </a:rPr>
              <a:t>What do we need to monitor?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53E20-249B-12EB-BBB0-860B145AF187}"/>
              </a:ext>
            </a:extLst>
          </p:cNvPr>
          <p:cNvSpPr txBox="1"/>
          <p:nvPr/>
        </p:nvSpPr>
        <p:spPr>
          <a:xfrm>
            <a:off x="893618" y="5867955"/>
            <a:ext cx="2443942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E636B"/>
                </a:solidFill>
                <a:latin typeface="Courier New"/>
              </a:defRPr>
            </a:pPr>
            <a:r>
              <a:rPr lang="en-US" sz="3200" b="1">
                <a:solidFill>
                  <a:schemeClr val="accent1"/>
                </a:solidFill>
                <a:latin typeface="+mj-lt"/>
              </a:rPr>
              <a:t>QUESTION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0F7F7-4504-2137-8D84-7ABD991140BC}"/>
              </a:ext>
            </a:extLst>
          </p:cNvPr>
          <p:cNvSpPr txBox="1"/>
          <p:nvPr/>
        </p:nvSpPr>
        <p:spPr>
          <a:xfrm>
            <a:off x="4434845" y="3749039"/>
            <a:ext cx="59436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060709"/>
                </a:solidFill>
                <a:latin typeface="Arial"/>
              </a:defRPr>
            </a:pPr>
            <a:r>
              <a:rPr lang="en-US" sz="4400" b="1">
                <a:solidFill>
                  <a:schemeClr val="accent2"/>
                </a:solidFill>
                <a:latin typeface="+mj-lt"/>
              </a:rPr>
              <a:t>Security benchmark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D2E1EB-C8AF-8B11-BA3E-6312C3804828}"/>
              </a:ext>
            </a:extLst>
          </p:cNvPr>
          <p:cNvSpPr txBox="1"/>
          <p:nvPr/>
        </p:nvSpPr>
        <p:spPr>
          <a:xfrm>
            <a:off x="4434845" y="7754112"/>
            <a:ext cx="7758741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060709"/>
                </a:solidFill>
                <a:latin typeface="Arial"/>
              </a:defRPr>
            </a:pPr>
            <a:r>
              <a:rPr lang="en-US" sz="4000">
                <a:solidFill>
                  <a:schemeClr val="bg1"/>
                </a:solidFill>
                <a:latin typeface="+mj-lt"/>
              </a:rPr>
              <a:t>External standards &amp; requirements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3C9D38-A820-BAE2-F261-27268F879B2F}"/>
              </a:ext>
            </a:extLst>
          </p:cNvPr>
          <p:cNvSpPr txBox="1"/>
          <p:nvPr/>
        </p:nvSpPr>
        <p:spPr>
          <a:xfrm>
            <a:off x="4434845" y="5413248"/>
            <a:ext cx="7758742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7953F6"/>
                </a:solidFill>
                <a:latin typeface="Arial"/>
              </a:defRPr>
            </a:pPr>
            <a:r>
              <a:rPr lang="en-US" sz="4000">
                <a:solidFill>
                  <a:schemeClr val="bg1"/>
                </a:solidFill>
                <a:latin typeface="+mj-lt"/>
              </a:rPr>
              <a:t>“Are we securely configured?”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2A13D2-80AD-3B35-547E-BA127EC58452}"/>
              </a:ext>
            </a:extLst>
          </p:cNvPr>
          <p:cNvSpPr txBox="1"/>
          <p:nvPr/>
        </p:nvSpPr>
        <p:spPr>
          <a:xfrm>
            <a:off x="4434845" y="9784080"/>
            <a:ext cx="7758741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5E636B"/>
                </a:solidFill>
                <a:latin typeface="Courier New"/>
              </a:defRPr>
            </a:pPr>
            <a:r>
              <a:rPr lang="en-US" sz="4000">
                <a:solidFill>
                  <a:schemeClr val="bg1"/>
                </a:solidFill>
                <a:latin typeface="+mj-lt"/>
              </a:rPr>
              <a:t>MFA required for admins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6D4E3B-5823-ACE2-1A91-85EF8730B18B}"/>
              </a:ext>
            </a:extLst>
          </p:cNvPr>
          <p:cNvSpPr txBox="1"/>
          <p:nvPr/>
        </p:nvSpPr>
        <p:spPr>
          <a:xfrm>
            <a:off x="13708070" y="3749039"/>
            <a:ext cx="6529197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060709"/>
                </a:solidFill>
                <a:latin typeface="Arial"/>
              </a:defRPr>
            </a:pPr>
            <a:r>
              <a:rPr lang="en-US" sz="4400" b="1">
                <a:solidFill>
                  <a:schemeClr val="accent2"/>
                </a:solidFill>
                <a:latin typeface="+mj-lt"/>
              </a:rPr>
              <a:t>Organizational guardrail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68F9D0-D497-1FA0-87F0-4DB71BC5324B}"/>
              </a:ext>
            </a:extLst>
          </p:cNvPr>
          <p:cNvSpPr txBox="1"/>
          <p:nvPr/>
        </p:nvSpPr>
        <p:spPr>
          <a:xfrm>
            <a:off x="13708071" y="7754112"/>
            <a:ext cx="9060488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060709"/>
                </a:solidFill>
                <a:latin typeface="Arial"/>
              </a:defRPr>
            </a:pPr>
            <a:r>
              <a:rPr lang="en-US" sz="4000">
                <a:solidFill>
                  <a:schemeClr val="bg1"/>
                </a:solidFill>
                <a:latin typeface="+mj-lt"/>
              </a:rPr>
              <a:t>Business policy, technical policy, architectural intent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E4B2BD-B43A-00AA-48BC-757716C50A33}"/>
              </a:ext>
            </a:extLst>
          </p:cNvPr>
          <p:cNvSpPr txBox="1"/>
          <p:nvPr/>
        </p:nvSpPr>
        <p:spPr>
          <a:xfrm>
            <a:off x="13708071" y="5413248"/>
            <a:ext cx="9060489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7953F6"/>
                </a:solidFill>
                <a:latin typeface="Arial"/>
              </a:defRPr>
            </a:pPr>
            <a:r>
              <a:rPr lang="en-US" sz="4000">
                <a:solidFill>
                  <a:schemeClr val="bg1"/>
                </a:solidFill>
                <a:latin typeface="+mj-lt"/>
              </a:rPr>
              <a:t>“Is this allowed by our policy and design?”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20E45B-D7D2-5B5C-88A8-F488532E0E5B}"/>
              </a:ext>
            </a:extLst>
          </p:cNvPr>
          <p:cNvSpPr txBox="1"/>
          <p:nvPr/>
        </p:nvSpPr>
        <p:spPr>
          <a:xfrm>
            <a:off x="13708071" y="9784080"/>
            <a:ext cx="9060487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5E636B"/>
                </a:solidFill>
                <a:latin typeface="Courier New"/>
              </a:defRPr>
            </a:pPr>
            <a:r>
              <a:rPr lang="en-US" sz="4000">
                <a:solidFill>
                  <a:schemeClr val="bg1"/>
                </a:solidFill>
                <a:latin typeface="+mj-lt"/>
              </a:rPr>
              <a:t>Exact list of 5 verified domains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618" y="7732587"/>
            <a:ext cx="2443942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chemeClr val="accent1"/>
                </a:solidFill>
                <a:latin typeface="+mj-lt"/>
              </a:rPr>
              <a:t>REFERENCE 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3618" y="10008775"/>
            <a:ext cx="244394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chemeClr val="accent1"/>
                </a:solidFill>
                <a:latin typeface="+mj-lt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225522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007EEB-4217-1BE5-6333-0E1DD7791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753" y="4724400"/>
            <a:ext cx="12663430" cy="8020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F41422-CA28-55D7-EB20-96BD7F26D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92" y="970702"/>
            <a:ext cx="11995107" cy="6518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4896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3921F8D-306F-8AAA-D5B3-6790C710E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1" y="3461873"/>
            <a:ext cx="23997534" cy="8508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/>
          <a:lstStyle/>
          <a:p>
            <a:pPr marL="0" indent="0" algn="r">
              <a:buNone/>
              <a:defRPr sz="6600" b="1">
                <a:solidFill>
                  <a:srgbClr val="7953F6"/>
                </a:solidFill>
                <a:latin typeface="Arial"/>
              </a:defRPr>
            </a:pPr>
            <a:r>
              <a:rPr lang="en-US" sz="6600" b="1">
                <a:solidFill>
                  <a:srgbClr val="7953F6"/>
                </a:solidFill>
                <a:latin typeface="+mj-lt"/>
              </a:rPr>
              <a:t>If you can read this, you can write a test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920240"/>
            <a:ext cx="21945600" cy="1163395"/>
          </a:xfrm>
        </p:spPr>
        <p:txBody>
          <a:bodyPr wrap="square" lIns="0" tIns="0" rIns="0" bIns="0" anchor="t"/>
          <a:lstStyle/>
          <a:p>
            <a:pPr marL="0" indent="0" algn="l">
              <a:buNone/>
              <a:defRPr sz="8400" b="1">
                <a:solidFill>
                  <a:srgbClr val="FFFFFF"/>
                </a:solidFill>
                <a:latin typeface="Arial"/>
              </a:defRPr>
            </a:pPr>
            <a:r>
              <a:rPr sz="8400" b="1">
                <a:solidFill>
                  <a:srgbClr val="FFFFFF"/>
                </a:solidFill>
                <a:latin typeface="+mj-lt"/>
              </a:rPr>
              <a:t>Let’s build one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86200"/>
            <a:ext cx="2194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000" b="0">
                <a:solidFill>
                  <a:srgbClr val="B9BCC2"/>
                </a:solidFill>
                <a:latin typeface="Arial"/>
              </a:defRPr>
            </a:pPr>
            <a:r>
              <a:rPr lang="en-US" sz="3200" b="0">
                <a:solidFill>
                  <a:srgbClr val="B9BCC2"/>
                </a:solidFill>
                <a:latin typeface="+mj-lt"/>
              </a:rPr>
              <a:t>Check for existence of the “Contoso MFA Users” group.</a:t>
            </a:r>
            <a:endParaRPr sz="3200" b="0">
              <a:solidFill>
                <a:srgbClr val="B9BCC2"/>
              </a:solidFill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80160" y="4983480"/>
            <a:ext cx="6675120" cy="379476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5376" y="5440680"/>
            <a:ext cx="1097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2200" b="1">
                <a:solidFill>
                  <a:srgbClr val="00EDFF"/>
                </a:solidFill>
                <a:latin typeface="Courier New"/>
              </a:defRPr>
            </a:pPr>
            <a:r>
              <a:rPr sz="2200" b="1">
                <a:solidFill>
                  <a:srgbClr val="00EDFF"/>
                </a:solidFill>
                <a:latin typeface="+mj-l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5376" y="6126480"/>
            <a:ext cx="5532120" cy="515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  <a:defRPr sz="3400" b="1">
                <a:solidFill>
                  <a:srgbClr val="FFFFFF"/>
                </a:solidFill>
                <a:latin typeface="Arial"/>
              </a:defRPr>
            </a:pPr>
            <a:r>
              <a:rPr sz="3400" b="1">
                <a:solidFill>
                  <a:srgbClr val="FFFFFF"/>
                </a:solidFill>
                <a:latin typeface="+mj-lt"/>
              </a:rPr>
              <a:t>New test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7269480"/>
            <a:ext cx="5532120" cy="1039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700" b="0">
                <a:solidFill>
                  <a:srgbClr val="B9BCC2"/>
                </a:solidFill>
                <a:latin typeface="Arial"/>
              </a:defRPr>
            </a:pPr>
            <a:r>
              <a:rPr sz="3200" b="0">
                <a:solidFill>
                  <a:srgbClr val="B9BCC2"/>
                </a:solidFill>
                <a:latin typeface="+mj-lt"/>
              </a:rPr>
              <a:t>Custom tests, in your repo, beside the built-ins.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983480"/>
            <a:ext cx="6675120" cy="379476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09176" y="5440680"/>
            <a:ext cx="1097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2200" b="1">
                <a:solidFill>
                  <a:srgbClr val="00EDFF"/>
                </a:solidFill>
                <a:latin typeface="Courier New"/>
              </a:defRPr>
            </a:pPr>
            <a:r>
              <a:rPr sz="2200" b="1">
                <a:solidFill>
                  <a:srgbClr val="00EDFF"/>
                </a:solidFill>
                <a:latin typeface="+mj-l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6126480"/>
            <a:ext cx="5532120" cy="515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  <a:defRPr sz="3400" b="1">
                <a:solidFill>
                  <a:srgbClr val="FFFFFF"/>
                </a:solidFill>
                <a:latin typeface="Arial"/>
              </a:defRPr>
            </a:pPr>
            <a:r>
              <a:rPr sz="3400" b="1">
                <a:solidFill>
                  <a:srgbClr val="FFFFFF"/>
                </a:solidFill>
                <a:latin typeface="+mj-lt"/>
              </a:rPr>
              <a:t>Four lines of Pester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9176" y="7269480"/>
            <a:ext cx="5532120" cy="1039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700" b="0">
                <a:solidFill>
                  <a:srgbClr val="B9BCC2"/>
                </a:solidFill>
                <a:latin typeface="Arial"/>
              </a:defRPr>
            </a:pPr>
            <a:r>
              <a:rPr sz="3200" b="0">
                <a:solidFill>
                  <a:srgbClr val="B9BCC2"/>
                </a:solidFill>
                <a:latin typeface="+mj-lt"/>
              </a:rPr>
              <a:t>One query. One count. One assertion.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367759" y="4983480"/>
            <a:ext cx="6675120" cy="379476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52976" y="5440680"/>
            <a:ext cx="1097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2200" b="1">
                <a:solidFill>
                  <a:srgbClr val="00EDFF"/>
                </a:solidFill>
                <a:latin typeface="Courier New"/>
              </a:defRPr>
            </a:pPr>
            <a:r>
              <a:rPr sz="2200" b="1">
                <a:solidFill>
                  <a:srgbClr val="00EDFF"/>
                </a:solidFill>
                <a:latin typeface="+mj-l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52976" y="6126480"/>
            <a:ext cx="5532120" cy="515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  <a:defRPr sz="3400" b="1">
                <a:solidFill>
                  <a:srgbClr val="FFFFFF"/>
                </a:solidFill>
                <a:latin typeface="Arial"/>
              </a:defRPr>
            </a:pPr>
            <a:r>
              <a:rPr sz="3400" b="1">
                <a:solidFill>
                  <a:srgbClr val="FFFFFF"/>
                </a:solidFill>
                <a:latin typeface="+mj-lt"/>
              </a:rPr>
              <a:t>One -Because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52976" y="7269480"/>
            <a:ext cx="5532120" cy="1039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700" b="0">
                <a:solidFill>
                  <a:srgbClr val="B9BCC2"/>
                </a:solidFill>
                <a:latin typeface="Arial"/>
              </a:defRPr>
            </a:pPr>
            <a:r>
              <a:rPr sz="3200" b="0">
                <a:solidFill>
                  <a:srgbClr val="B9BCC2"/>
                </a:solidFill>
                <a:latin typeface="+mj-lt"/>
              </a:rPr>
              <a:t>The line that turns a test into documentation.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67054" y="4031672"/>
            <a:ext cx="16521545" cy="7502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457200" indent="-457200" algn="l">
              <a:lnSpc>
                <a:spcPct val="200000"/>
              </a:lnSpc>
              <a:spcAft>
                <a:spcPts val="1600"/>
              </a:spcAft>
              <a:buClr>
                <a:srgbClr val="060709"/>
              </a:buClr>
              <a:buFont typeface="Arial" panose="020B0604020202020204" pitchFamily="34" charset="0"/>
              <a:buChar char="•"/>
              <a:defRPr sz="3000" b="0">
                <a:solidFill>
                  <a:srgbClr val="060709"/>
                </a:solidFill>
                <a:latin typeface="Arial"/>
              </a:defRPr>
            </a:pPr>
            <a:r>
              <a:rPr sz="4000" b="0">
                <a:solidFill>
                  <a:schemeClr val="bg1"/>
                </a:solidFill>
                <a:latin typeface="+mj-lt"/>
              </a:rPr>
              <a:t>Custom tests live in your repo</a:t>
            </a:r>
          </a:p>
          <a:p>
            <a:pPr marL="457200" indent="-457200" algn="l">
              <a:lnSpc>
                <a:spcPct val="200000"/>
              </a:lnSpc>
              <a:spcAft>
                <a:spcPts val="1600"/>
              </a:spcAft>
              <a:buClr>
                <a:srgbClr val="060709"/>
              </a:buClr>
              <a:buFont typeface="Arial" panose="020B0604020202020204" pitchFamily="34" charset="0"/>
              <a:buChar char="•"/>
              <a:defRPr sz="3000" b="0">
                <a:solidFill>
                  <a:srgbClr val="060709"/>
                </a:solidFill>
                <a:latin typeface="Arial"/>
              </a:defRPr>
            </a:pPr>
            <a:r>
              <a:rPr lang="en-US" sz="4000" b="0">
                <a:solidFill>
                  <a:schemeClr val="bg1"/>
                </a:solidFill>
                <a:latin typeface="+mj-lt"/>
              </a:rPr>
              <a:t>E</a:t>
            </a:r>
            <a:r>
              <a:rPr sz="4000" b="0">
                <a:solidFill>
                  <a:schemeClr val="bg1"/>
                </a:solidFill>
                <a:latin typeface="+mj-lt"/>
              </a:rPr>
              <a:t>very change </a:t>
            </a:r>
            <a:r>
              <a:rPr lang="en-US" sz="4000" b="0">
                <a:solidFill>
                  <a:schemeClr val="bg1"/>
                </a:solidFill>
                <a:latin typeface="+mj-lt"/>
              </a:rPr>
              <a:t>is versioned with</a:t>
            </a:r>
            <a:r>
              <a:rPr sz="4000" b="0">
                <a:solidFill>
                  <a:schemeClr val="bg1"/>
                </a:solidFill>
                <a:latin typeface="+mj-lt"/>
              </a:rPr>
              <a:t> an author and a reason</a:t>
            </a:r>
          </a:p>
          <a:p>
            <a:pPr marL="457200" indent="-457200" algn="l">
              <a:lnSpc>
                <a:spcPct val="200000"/>
              </a:lnSpc>
              <a:spcAft>
                <a:spcPts val="1600"/>
              </a:spcAft>
              <a:buClr>
                <a:srgbClr val="060709"/>
              </a:buClr>
              <a:buFont typeface="Arial" panose="020B0604020202020204" pitchFamily="34" charset="0"/>
              <a:buChar char="•"/>
              <a:defRPr sz="3000" b="0">
                <a:solidFill>
                  <a:srgbClr val="060709"/>
                </a:solidFill>
                <a:latin typeface="Arial"/>
              </a:defRPr>
            </a:pPr>
            <a:r>
              <a:rPr sz="4000" b="0">
                <a:solidFill>
                  <a:schemeClr val="bg1"/>
                </a:solidFill>
                <a:latin typeface="+mj-lt"/>
              </a:rPr>
              <a:t>Test IDs make a failure citable in a ticket, an audit, or a post-mortem</a:t>
            </a:r>
          </a:p>
          <a:p>
            <a:pPr marL="457200" indent="-457200" algn="l">
              <a:lnSpc>
                <a:spcPct val="200000"/>
              </a:lnSpc>
              <a:spcAft>
                <a:spcPts val="1600"/>
              </a:spcAft>
              <a:buClr>
                <a:srgbClr val="060709"/>
              </a:buClr>
              <a:buFont typeface="Arial" panose="020B0604020202020204" pitchFamily="34" charset="0"/>
              <a:buChar char="•"/>
              <a:defRPr sz="3000" b="0">
                <a:solidFill>
                  <a:srgbClr val="060709"/>
                </a:solidFill>
                <a:latin typeface="Arial"/>
              </a:defRPr>
            </a:pPr>
            <a:r>
              <a:rPr sz="4000" b="0">
                <a:solidFill>
                  <a:schemeClr val="bg1"/>
                </a:solidFill>
                <a:latin typeface="+mj-lt"/>
              </a:rPr>
              <a:t>Run it on a schedule and </a:t>
            </a:r>
            <a:r>
              <a:rPr lang="en-US" sz="4000" b="0">
                <a:solidFill>
                  <a:schemeClr val="bg1"/>
                </a:solidFill>
                <a:latin typeface="+mj-lt"/>
              </a:rPr>
              <a:t>non-compliance</a:t>
            </a:r>
            <a:r>
              <a:rPr sz="4000" b="0">
                <a:solidFill>
                  <a:schemeClr val="bg1"/>
                </a:solidFill>
                <a:latin typeface="+mj-lt"/>
              </a:rPr>
              <a:t> stops being </a:t>
            </a:r>
            <a:r>
              <a:rPr lang="en-US" sz="4000">
                <a:solidFill>
                  <a:schemeClr val="bg1"/>
                </a:solidFill>
                <a:latin typeface="+mj-lt"/>
              </a:rPr>
              <a:t>passively discovered</a:t>
            </a:r>
          </a:p>
          <a:p>
            <a:pPr marL="457200" indent="-457200" algn="l">
              <a:lnSpc>
                <a:spcPct val="200000"/>
              </a:lnSpc>
              <a:spcAft>
                <a:spcPts val="1600"/>
              </a:spcAft>
              <a:buClr>
                <a:srgbClr val="060709"/>
              </a:buClr>
              <a:buFont typeface="Arial" panose="020B0604020202020204" pitchFamily="34" charset="0"/>
              <a:buChar char="•"/>
              <a:defRPr sz="3000" b="0">
                <a:solidFill>
                  <a:srgbClr val="060709"/>
                </a:solidFill>
                <a:latin typeface="Arial"/>
              </a:defRPr>
            </a:pPr>
            <a:r>
              <a:rPr lang="en-US" sz="4000" b="0">
                <a:solidFill>
                  <a:schemeClr val="bg1"/>
                </a:solidFill>
                <a:latin typeface="+mj-lt"/>
              </a:rPr>
              <a:t>Idempotent policy as configuration becomes your next goal</a:t>
            </a:r>
            <a:endParaRPr sz="4000" b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CC5D-7789-306E-C21E-8453BF44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6212" y="2191141"/>
            <a:ext cx="12618633" cy="3656386"/>
          </a:xfrm>
        </p:spPr>
        <p:txBody>
          <a:bodyPr/>
          <a:lstStyle/>
          <a:p>
            <a:r>
              <a:rPr lang="en-US" sz="8800">
                <a:solidFill>
                  <a:schemeClr val="accent1"/>
                </a:solidFill>
                <a:latin typeface="+mj-lt"/>
              </a:rPr>
              <a:t>Resiliency</a:t>
            </a:r>
            <a:r>
              <a:rPr lang="en-US" sz="8800">
                <a:latin typeface="+mj-lt"/>
              </a:rPr>
              <a:t> means more than security baselines and tenant recovery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4606E-4C60-E840-6BA0-DD395F9D9D87}"/>
              </a:ext>
            </a:extLst>
          </p:cNvPr>
          <p:cNvSpPr txBox="1"/>
          <p:nvPr/>
        </p:nvSpPr>
        <p:spPr>
          <a:xfrm>
            <a:off x="10647679" y="7868473"/>
            <a:ext cx="127371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It requires you to know and protect the policies that give your tenant the </a:t>
            </a:r>
            <a:r>
              <a:rPr lang="en-US"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unique identity of your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440324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1" y="1119293"/>
            <a:ext cx="16992600" cy="1052596"/>
          </a:xfrm>
        </p:spPr>
        <p:txBody>
          <a:bodyPr wrap="square" lIns="0" tIns="0" rIns="0" bIns="0" anchor="t"/>
          <a:lstStyle/>
          <a:p>
            <a:pPr marL="0" indent="0" algn="r">
              <a:buNone/>
              <a:defRPr sz="7600" b="1">
                <a:solidFill>
                  <a:srgbClr val="E5E7E6"/>
                </a:solidFill>
                <a:latin typeface="Arial"/>
              </a:defRPr>
            </a:pPr>
            <a:r>
              <a:rPr lang="en-AU" sz="7600" b="1">
                <a:solidFill>
                  <a:schemeClr val="accent1"/>
                </a:solidFill>
                <a:latin typeface="+mj-lt"/>
              </a:rPr>
              <a:t>Your Next Steps</a:t>
            </a:r>
            <a:endParaRPr sz="76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80160" y="4846320"/>
            <a:ext cx="21808440" cy="169164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38528" y="5376672"/>
            <a:ext cx="768096" cy="621792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sz="22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2112" y="5321808"/>
            <a:ext cx="9144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800" b="1">
                <a:solidFill>
                  <a:srgbClr val="FFFFFF"/>
                </a:solidFill>
                <a:latin typeface="Arial"/>
              </a:defRPr>
            </a:pPr>
            <a:r>
              <a:rPr sz="4000" b="1">
                <a:solidFill>
                  <a:srgbClr val="FFFFFF"/>
                </a:solidFill>
                <a:latin typeface="+mj-lt"/>
              </a:rPr>
              <a:t>Run Maester against your tenant.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0" y="5349240"/>
            <a:ext cx="9692640" cy="50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B9BCC2"/>
                </a:solidFill>
                <a:latin typeface="Arial"/>
              </a:defRPr>
            </a:pPr>
            <a:r>
              <a:rPr lang="en-US" sz="3200" b="0">
                <a:solidFill>
                  <a:srgbClr val="B9BCC2"/>
                </a:solidFill>
                <a:latin typeface="+mj-lt"/>
              </a:rPr>
              <a:t>You will find something.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6720840"/>
            <a:ext cx="21808440" cy="169164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38528" y="7251192"/>
            <a:ext cx="768096" cy="621792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sz="2200" b="1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7196327"/>
            <a:ext cx="9144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800" b="1">
                <a:solidFill>
                  <a:srgbClr val="FFFFFF"/>
                </a:solidFill>
                <a:latin typeface="Arial"/>
              </a:defRPr>
            </a:pPr>
            <a:r>
              <a:rPr sz="4000" b="1">
                <a:solidFill>
                  <a:srgbClr val="FFFFFF"/>
                </a:solidFill>
                <a:latin typeface="+mj-lt"/>
              </a:rPr>
              <a:t>Write ONE custom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7223759"/>
            <a:ext cx="9692640" cy="50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B9BCC2"/>
                </a:solidFill>
                <a:latin typeface="Arial"/>
              </a:defRPr>
            </a:pPr>
            <a:r>
              <a:rPr lang="en-US" sz="3200" b="0">
                <a:solidFill>
                  <a:srgbClr val="B9BCC2"/>
                </a:solidFill>
                <a:latin typeface="+mj-lt"/>
              </a:rPr>
              <a:t>One thing that makes your tenant yours.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8595359"/>
            <a:ext cx="21808440" cy="1691640"/>
          </a:xfrm>
          <a:prstGeom prst="roundRect">
            <a:avLst>
              <a:gd name="adj" fmla="val 4500"/>
            </a:avLst>
          </a:prstGeom>
          <a:solidFill>
            <a:srgbClr val="14151C"/>
          </a:solidFill>
          <a:ln w="15875">
            <a:solidFill>
              <a:srgbClr val="2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82112" y="9070847"/>
            <a:ext cx="9144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 sz="3800" b="1">
                <a:solidFill>
                  <a:srgbClr val="FFFFFF"/>
                </a:solidFill>
                <a:latin typeface="Arial"/>
              </a:defRPr>
            </a:pPr>
            <a:r>
              <a:rPr sz="4000" b="1">
                <a:solidFill>
                  <a:srgbClr val="FFFFFF"/>
                </a:solidFill>
                <a:latin typeface="+mj-lt"/>
              </a:rPr>
              <a:t>Contribute it 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0" y="9098280"/>
            <a:ext cx="9692640" cy="50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  <a:defRPr sz="2900" b="0">
                <a:solidFill>
                  <a:srgbClr val="B9BCC2"/>
                </a:solidFill>
                <a:latin typeface="Arial"/>
              </a:defRPr>
            </a:pPr>
            <a:r>
              <a:rPr lang="en-US" sz="3200" b="0">
                <a:solidFill>
                  <a:srgbClr val="B9BCC2"/>
                </a:solidFill>
                <a:latin typeface="+mj-lt"/>
              </a:rPr>
              <a:t>If it matters in your tenant, it matters in someone else’s.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F0160BB0-6262-7D95-C68A-E94556CC19EE}"/>
              </a:ext>
            </a:extLst>
          </p:cNvPr>
          <p:cNvSpPr/>
          <p:nvPr/>
        </p:nvSpPr>
        <p:spPr>
          <a:xfrm>
            <a:off x="1938528" y="9130283"/>
            <a:ext cx="768096" cy="621792"/>
          </a:xfrm>
          <a:prstGeom prst="roundRect">
            <a:avLst>
              <a:gd name="adj" fmla="val 22000"/>
            </a:avLst>
          </a:prstGeom>
          <a:solidFill>
            <a:srgbClr val="795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  <a:defRPr sz="2200" b="1">
                <a:solidFill>
                  <a:srgbClr val="FFFFFF"/>
                </a:solidFill>
                <a:latin typeface="Courier New"/>
              </a:defRPr>
            </a:pPr>
            <a:r>
              <a:rPr lang="en-US" sz="2200" b="1">
                <a:solidFill>
                  <a:srgbClr val="FFFFFF"/>
                </a:solidFill>
                <a:latin typeface="+mj-lt"/>
              </a:rPr>
              <a:t>03</a:t>
            </a:r>
            <a:endParaRPr sz="2200" b="1">
              <a:solidFill>
                <a:srgbClr val="FFFFFF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9EAD8B0A-192D-7CBD-3A96-4924E0BFE3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4815" b="4815"/>
          <a:stretch/>
        </p:blipFill>
        <p:spPr>
          <a:custGeom>
            <a:avLst/>
            <a:gdLst>
              <a:gd name="connsiteX0" fmla="*/ 7978861 w 7978861"/>
              <a:gd name="connsiteY0" fmla="*/ 0 h 7211422"/>
              <a:gd name="connsiteX1" fmla="*/ 7165543 w 7978861"/>
              <a:gd name="connsiteY1" fmla="*/ 7211422 h 7211422"/>
              <a:gd name="connsiteX2" fmla="*/ 0 w 7978861"/>
              <a:gd name="connsiteY2" fmla="*/ 7194739 h 7211422"/>
              <a:gd name="connsiteX3" fmla="*/ 592263 w 7978861"/>
              <a:gd name="connsiteY3" fmla="*/ 1805984 h 7211422"/>
              <a:gd name="connsiteX4" fmla="*/ 2565081 w 7978861"/>
              <a:gd name="connsiteY4" fmla="*/ 29196 h 721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8861" h="7211422">
                <a:moveTo>
                  <a:pt x="7978861" y="0"/>
                </a:moveTo>
                <a:lnTo>
                  <a:pt x="7165543" y="7211422"/>
                </a:lnTo>
                <a:lnTo>
                  <a:pt x="0" y="7194739"/>
                </a:lnTo>
                <a:lnTo>
                  <a:pt x="592263" y="1805984"/>
                </a:lnTo>
                <a:cubicBezTo>
                  <a:pt x="700705" y="796635"/>
                  <a:pt x="1551561" y="33367"/>
                  <a:pt x="2565081" y="29196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183971" y="4643437"/>
            <a:ext cx="12788900" cy="2214563"/>
          </a:xfrm>
        </p:spPr>
        <p:txBody>
          <a:bodyPr wrap="square" lIns="0" tIns="0" rIns="0" bIns="0" anchor="t"/>
          <a:lstStyle/>
          <a:p>
            <a:pPr marL="0" indent="0" algn="l">
              <a:buNone/>
              <a:defRPr sz="8000" b="1">
                <a:solidFill>
                  <a:srgbClr val="FFFFFF"/>
                </a:solidFill>
                <a:latin typeface="Arial"/>
              </a:defRPr>
            </a:pPr>
            <a:r>
              <a:rPr lang="en-US" sz="8000" b="1">
                <a:solidFill>
                  <a:srgbClr val="FFFFFF"/>
                </a:solidFill>
                <a:latin typeface="+mj-lt"/>
              </a:rPr>
              <a:t>Monitoring for the </a:t>
            </a:r>
            <a:r>
              <a:rPr lang="en-US" sz="8000" b="1" i="1">
                <a:solidFill>
                  <a:schemeClr val="accent1"/>
                </a:solidFill>
                <a:latin typeface="+mj-lt"/>
              </a:rPr>
              <a:t>intent</a:t>
            </a:r>
            <a:r>
              <a:rPr lang="en-US" sz="8000" b="1">
                <a:solidFill>
                  <a:srgbClr val="FFFFFF"/>
                </a:solidFill>
                <a:latin typeface="+mj-lt"/>
              </a:rPr>
              <a:t> and </a:t>
            </a:r>
            <a:r>
              <a:rPr lang="en-US" sz="8000" b="1" i="1">
                <a:solidFill>
                  <a:schemeClr val="accent1"/>
                </a:solidFill>
                <a:latin typeface="+mj-lt"/>
              </a:rPr>
              <a:t>resiliency</a:t>
            </a:r>
            <a:r>
              <a:rPr lang="en-US" sz="8000" b="1">
                <a:solidFill>
                  <a:srgbClr val="FFFFFF"/>
                </a:solidFill>
                <a:latin typeface="+mj-lt"/>
              </a:rPr>
              <a:t> of your policies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B47EDF-FF1D-5DF1-F380-55D5FA29C02D}"/>
              </a:ext>
            </a:extLst>
          </p:cNvPr>
          <p:cNvGrpSpPr/>
          <p:nvPr/>
        </p:nvGrpSpPr>
        <p:grpSpPr>
          <a:xfrm>
            <a:off x="11183971" y="9608434"/>
            <a:ext cx="4965417" cy="4107566"/>
            <a:chOff x="7713121" y="6659548"/>
            <a:chExt cx="7223760" cy="127403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6F2376B-3569-3754-818B-923FD8FB8D62}"/>
                </a:ext>
              </a:extLst>
            </p:cNvPr>
            <p:cNvSpPr txBox="1"/>
            <p:nvPr/>
          </p:nvSpPr>
          <p:spPr>
            <a:xfrm>
              <a:off x="7713121" y="6659548"/>
              <a:ext cx="7223760" cy="397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buNone/>
                <a:defRPr sz="3000" b="1">
                  <a:solidFill>
                    <a:srgbClr val="FFFFFF"/>
                  </a:solidFill>
                  <a:latin typeface="Arial"/>
                </a:defRPr>
              </a:pPr>
              <a:r>
                <a:rPr sz="4800" b="1">
                  <a:solidFill>
                    <a:schemeClr val="accent5"/>
                  </a:solidFill>
                  <a:latin typeface="+mj-lt"/>
                </a:rPr>
                <a:t>Merill Fernando</a:t>
              </a:r>
              <a:endParaRPr lang="en-US" sz="4800" b="1">
                <a:solidFill>
                  <a:schemeClr val="accent5"/>
                </a:solidFill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99EE15-4DBE-5098-6F1E-AFD488040E44}"/>
                </a:ext>
              </a:extLst>
            </p:cNvPr>
            <p:cNvSpPr txBox="1"/>
            <p:nvPr/>
          </p:nvSpPr>
          <p:spPr>
            <a:xfrm>
              <a:off x="7713121" y="7056948"/>
              <a:ext cx="7223760" cy="8766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defRPr sz="3000" b="1">
                  <a:solidFill>
                    <a:srgbClr val="FFFFFF"/>
                  </a:solidFill>
                  <a:latin typeface="Arial"/>
                </a:defRPr>
              </a:pPr>
              <a:r>
                <a:rPr lang="en-US" sz="4000" b="1">
                  <a:solidFill>
                    <a:srgbClr val="FFFFFF"/>
                  </a:solidFill>
                  <a:latin typeface="+mj-lt"/>
                </a:rPr>
                <a:t>Jozra</a:t>
              </a:r>
            </a:p>
            <a:p>
              <a:pPr>
                <a:defRPr sz="3000" b="1">
                  <a:solidFill>
                    <a:srgbClr val="FFFFFF"/>
                  </a:solidFill>
                  <a:latin typeface="Arial"/>
                </a:defRPr>
              </a:pPr>
              <a:endParaRPr lang="en-US" sz="4000" b="1">
                <a:solidFill>
                  <a:srgbClr val="FFFFFF"/>
                </a:solidFill>
                <a:latin typeface="+mj-lt"/>
              </a:endParaRPr>
            </a:p>
            <a:p>
              <a:pPr>
                <a:defRPr sz="3000" b="1">
                  <a:solidFill>
                    <a:srgbClr val="FFFFFF"/>
                  </a:solidFill>
                  <a:latin typeface="Arial"/>
                </a:defRPr>
              </a:pPr>
              <a:r>
                <a:rPr lang="en-US" sz="4000" b="1">
                  <a:solidFill>
                    <a:srgbClr val="FFFFFF"/>
                  </a:solidFill>
                  <a:latin typeface="+mj-lt"/>
                </a:rPr>
                <a:t>@Merill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E2E063-8CB1-8A30-951F-19FAFA9983E2}"/>
              </a:ext>
            </a:extLst>
          </p:cNvPr>
          <p:cNvGrpSpPr/>
          <p:nvPr/>
        </p:nvGrpSpPr>
        <p:grpSpPr>
          <a:xfrm>
            <a:off x="16873319" y="9608434"/>
            <a:ext cx="4965416" cy="4107566"/>
            <a:chOff x="7713121" y="9491092"/>
            <a:chExt cx="7223760" cy="127403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FB0E5F-C3A5-5740-B354-DD9FEFCF27AF}"/>
                </a:ext>
              </a:extLst>
            </p:cNvPr>
            <p:cNvSpPr txBox="1"/>
            <p:nvPr/>
          </p:nvSpPr>
          <p:spPr>
            <a:xfrm>
              <a:off x="7713121" y="9491092"/>
              <a:ext cx="7223760" cy="397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buNone/>
                <a:defRPr sz="3000" b="1">
                  <a:solidFill>
                    <a:srgbClr val="FFFFFF"/>
                  </a:solidFill>
                  <a:latin typeface="Arial"/>
                </a:defRPr>
              </a:pPr>
              <a:r>
                <a:rPr lang="en-US" sz="4800" b="1">
                  <a:solidFill>
                    <a:schemeClr val="accent5"/>
                  </a:solidFill>
                  <a:latin typeface="+mj-lt"/>
                </a:rPr>
                <a:t>Sam Erde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776D50-5822-70D3-0C8B-F6B1A66E6110}"/>
                </a:ext>
              </a:extLst>
            </p:cNvPr>
            <p:cNvSpPr txBox="1"/>
            <p:nvPr/>
          </p:nvSpPr>
          <p:spPr>
            <a:xfrm>
              <a:off x="7713121" y="9888492"/>
              <a:ext cx="7223760" cy="8766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defRPr sz="3000" b="1">
                  <a:solidFill>
                    <a:srgbClr val="FFFFFF"/>
                  </a:solidFill>
                  <a:latin typeface="Arial"/>
                </a:defRPr>
              </a:pPr>
              <a:r>
                <a:rPr lang="en-US" sz="4000" b="1">
                  <a:solidFill>
                    <a:srgbClr val="FFFFFF"/>
                  </a:solidFill>
                  <a:latin typeface="+mj-lt"/>
                </a:rPr>
                <a:t>Patriot Consulting</a:t>
              </a:r>
            </a:p>
            <a:p>
              <a:pPr>
                <a:defRPr sz="3000" b="1">
                  <a:solidFill>
                    <a:srgbClr val="FFFFFF"/>
                  </a:solidFill>
                  <a:latin typeface="Arial"/>
                </a:defRPr>
              </a:pPr>
              <a:endParaRPr lang="en-US" sz="4000" b="1">
                <a:solidFill>
                  <a:srgbClr val="FFFFFF"/>
                </a:solidFill>
                <a:latin typeface="+mj-lt"/>
              </a:endParaRPr>
            </a:p>
            <a:p>
              <a:pPr>
                <a:defRPr sz="3000" b="1">
                  <a:solidFill>
                    <a:srgbClr val="FFFFFF"/>
                  </a:solidFill>
                  <a:latin typeface="Arial"/>
                </a:defRPr>
              </a:pPr>
              <a:r>
                <a:rPr lang="en-US" sz="4000" b="1">
                  <a:solidFill>
                    <a:srgbClr val="FFFFFF"/>
                  </a:solidFill>
                  <a:latin typeface="+mj-lt"/>
                </a:rPr>
                <a:t>@SamErde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Dark Blank Slide - No Logo">
  <a:themeElements>
    <a:clrScheme name="Custom 1">
      <a:dk1>
        <a:srgbClr val="7953F6"/>
      </a:dk1>
      <a:lt1>
        <a:srgbClr val="FFFFFF"/>
      </a:lt1>
      <a:dk2>
        <a:srgbClr val="000000"/>
      </a:dk2>
      <a:lt2>
        <a:srgbClr val="E8E8E8"/>
      </a:lt2>
      <a:accent1>
        <a:srgbClr val="00EDFF"/>
      </a:accent1>
      <a:accent2>
        <a:srgbClr val="7953F6"/>
      </a:accent2>
      <a:accent3>
        <a:srgbClr val="0089FF"/>
      </a:accent3>
      <a:accent4>
        <a:srgbClr val="79B0F6"/>
      </a:accent4>
      <a:accent5>
        <a:srgbClr val="A02B93"/>
      </a:accent5>
      <a:accent6>
        <a:srgbClr val="0028C6"/>
      </a:accent6>
      <a:hlink>
        <a:srgbClr val="467886"/>
      </a:hlink>
      <a:folHlink>
        <a:srgbClr val="5153F6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-build-hip-charleston-25" id="{2E93F354-40F9-AF48-A1B9-EC90EB2AA085}" vid="{C8CB4185-E8E0-AB41-8E67-4FEDC000C6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59fd63-bab2-4de2-a639-a5648fd0cb56">
      <Terms xmlns="http://schemas.microsoft.com/office/infopath/2007/PartnerControls"/>
    </lcf76f155ced4ddcb4097134ff3c332f>
    <TaxCatchAll xmlns="b45628d7-4c15-4b88-896b-8e835e47f692" xsi:nil="true"/>
    <Description_x002f_Use xmlns="4b59fd63-bab2-4de2-a639-a5648fd0cb56" xsi:nil="true"/>
    <SharedWithUsers xmlns="b45628d7-4c15-4b88-896b-8e835e47f692">
      <UserInfo>
        <DisplayName>Thomas Leduc</DisplayName>
        <AccountId>29</AccountId>
        <AccountType/>
      </UserInfo>
      <UserInfo>
        <DisplayName>Karlee Kilker</DisplayName>
        <AccountId>14</AccountId>
        <AccountType/>
      </UserInfo>
      <UserInfo>
        <DisplayName>Michele Zappulla</DisplayName>
        <AccountId>100</AccountId>
        <AccountType/>
      </UserInfo>
      <UserInfo>
        <DisplayName>Heather Trevenna</DisplayName>
        <AccountId>192</AccountId>
        <AccountType/>
      </UserInfo>
      <UserInfo>
        <DisplayName>Tamika White</DisplayName>
        <AccountId>676</AccountId>
        <AccountType/>
      </UserInfo>
      <UserInfo>
        <DisplayName>Carryl Roy</DisplayName>
        <AccountId>764</AccountId>
        <AccountType/>
      </UserInfo>
      <UserInfo>
        <DisplayName>Michele Crockett</DisplayName>
        <AccountId>163</AccountId>
        <AccountType/>
      </UserInfo>
      <UserInfo>
        <DisplayName>Franziska Lillge</DisplayName>
        <AccountId>872</AccountId>
        <AccountType/>
      </UserInfo>
      <UserInfo>
        <DisplayName>Lonnie Martin</DisplayName>
        <AccountId>114</AccountId>
        <AccountType/>
      </UserInfo>
      <UserInfo>
        <DisplayName>Lisa Pere</DisplayName>
        <AccountId>491</AccountId>
        <AccountType/>
      </UserInfo>
      <UserInfo>
        <DisplayName>Andrew Pritchard</DisplayName>
        <AccountId>1518</AccountId>
        <AccountType/>
      </UserInfo>
      <UserInfo>
        <DisplayName>Antoine Huchez</DisplayName>
        <AccountId>1214</AccountId>
        <AccountType/>
      </UserInfo>
      <UserInfo>
        <DisplayName>Laura Tyson</DisplayName>
        <AccountId>1517</AccountId>
        <AccountType/>
      </UserInfo>
      <UserInfo>
        <DisplayName>Baptiste Rech</DisplayName>
        <AccountId>421</AccountId>
        <AccountType/>
      </UserInfo>
      <UserInfo>
        <DisplayName>Emmanuelle Ohana</DisplayName>
        <AccountId>228</AccountId>
        <AccountType/>
      </UserInfo>
      <UserInfo>
        <DisplayName>Matan Liberman</DisplayName>
        <AccountId>25</AccountId>
        <AccountType/>
      </UserInfo>
      <UserInfo>
        <DisplayName>David Lieberman</DisplayName>
        <AccountId>17</AccountId>
        <AccountType/>
      </UserInfo>
      <UserInfo>
        <DisplayName>Oliver Keizers</DisplayName>
        <AccountId>169</AccountId>
        <AccountType/>
      </UserInfo>
      <UserInfo>
        <DisplayName>Daniel Lattimer</DisplayName>
        <AccountId>1226</AccountId>
        <AccountType/>
      </UserInfo>
      <UserInfo>
        <DisplayName>Val Vasquez</DisplayName>
        <AccountId>107</AccountId>
        <AccountType/>
      </UserInfo>
      <UserInfo>
        <DisplayName>Guido Grillenmeier</DisplayName>
        <AccountId>139</AccountId>
        <AccountType/>
      </UserInfo>
      <UserInfo>
        <DisplayName>Christophe Laakmann</DisplayName>
        <AccountId>798</AccountId>
        <AccountType/>
      </UserInfo>
      <UserInfo>
        <DisplayName>Holger Zimmermann</DisplayName>
        <AccountId>668</AccountId>
        <AccountType/>
      </UserInfo>
      <UserInfo>
        <DisplayName>Jeff Wichman</DisplayName>
        <AccountId>759</AccountId>
        <AccountType/>
      </UserInfo>
      <UserInfo>
        <DisplayName>Anna Taylor</DisplayName>
        <AccountId>396</AccountId>
        <AccountType/>
      </UserInfo>
      <UserInfo>
        <DisplayName>Joe Kuderer</DisplayName>
        <AccountId>938</AccountId>
        <AccountType/>
      </UserInfo>
      <UserInfo>
        <DisplayName>Rafael Dominguez</DisplayName>
        <AccountId>1479</AccountId>
        <AccountType/>
      </UserInfo>
      <UserInfo>
        <DisplayName>AnnaMarie Stroh</DisplayName>
        <AccountId>400</AccountId>
        <AccountType/>
      </UserInfo>
      <UserInfo>
        <DisplayName>Ilse Urdapilleta</DisplayName>
        <AccountId>1374</AccountId>
        <AccountType/>
      </UserInfo>
      <UserInfo>
        <DisplayName>Gabby Tenorio</DisplayName>
        <AccountId>1253</AccountId>
        <AccountType/>
      </UserInfo>
    </SharedWithUsers>
    <Size xmlns="4b59fd63-bab2-4de2-a639-a5648fd0cb5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C9ACB984FC3040A01FF5DFD20C78EF" ma:contentTypeVersion="20" ma:contentTypeDescription="Create a new document." ma:contentTypeScope="" ma:versionID="b716722c438549760824e8cda49a4018">
  <xsd:schema xmlns:xsd="http://www.w3.org/2001/XMLSchema" xmlns:xs="http://www.w3.org/2001/XMLSchema" xmlns:p="http://schemas.microsoft.com/office/2006/metadata/properties" xmlns:ns2="4b59fd63-bab2-4de2-a639-a5648fd0cb56" xmlns:ns3="b45628d7-4c15-4b88-896b-8e835e47f692" targetNamespace="http://schemas.microsoft.com/office/2006/metadata/properties" ma:root="true" ma:fieldsID="704da9d9ba93e66d86eae43363e069de" ns2:_="" ns3:_="">
    <xsd:import namespace="4b59fd63-bab2-4de2-a639-a5648fd0cb56"/>
    <xsd:import namespace="b45628d7-4c15-4b88-896b-8e835e47f6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Description_x002f_Us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Siz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9fd63-bab2-4de2-a639-a5648fd0cb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escription_x002f_Use" ma:index="20" nillable="true" ma:displayName="Description/Use" ma:description="Suggested use" ma:format="Dropdown" ma:internalName="Description_x002f_Use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2e3c135-d238-4aad-a235-9f9338be4a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ize" ma:index="27" nillable="true" ma:displayName="Size" ma:description="Size of the file" ma:format="Dropdown" ma:internalName="Siz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628d7-4c15-4b88-896b-8e835e47f69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abe3ddf8-e9e7-412f-9e07-1b168e025c16}" ma:internalName="TaxCatchAll" ma:showField="CatchAllData" ma:web="b45628d7-4c15-4b88-896b-8e835e47f6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4C523B-0151-473F-A9CA-FCB7997DCC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FE772-0417-4CB9-86B0-6BB817B2C8D6}">
  <ds:schemaRefs>
    <ds:schemaRef ds:uri="http://purl.org/dc/elements/1.1/"/>
    <ds:schemaRef ds:uri="http://schemas.microsoft.com/office/infopath/2007/PartnerControls"/>
    <ds:schemaRef ds:uri="4b59fd63-bab2-4de2-a639-a5648fd0cb56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b45628d7-4c15-4b88-896b-8e835e47f692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A66005-23A6-43BE-B54A-1F8F73AE9132}">
  <ds:schemaRefs>
    <ds:schemaRef ds:uri="4b59fd63-bab2-4de2-a639-a5648fd0cb56"/>
    <ds:schemaRef ds:uri="b45628d7-4c15-4b88-896b-8e835e47f6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1_Dark Blank Slide - No Logo</Template>
  <TotalTime>0</TotalTime>
  <Words>1657</Words>
  <Application>Microsoft Office PowerPoint</Application>
  <PresentationFormat>Custom</PresentationFormat>
  <Paragraphs>244</Paragraphs>
  <Slides>26</Slides>
  <Notes>22</Notes>
  <HiddenSlides>1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Candara</vt:lpstr>
      <vt:lpstr>Consolas</vt:lpstr>
      <vt:lpstr>1_Dark Blank Slide - No Logo</vt:lpstr>
      <vt:lpstr>PowerPoint Presentation</vt:lpstr>
      <vt:lpstr>Beyond Baselines Building custom identity security testing with Maester and PowerShell</vt:lpstr>
      <vt:lpstr>PowerPoint Presentation</vt:lpstr>
      <vt:lpstr>PowerPoint Presentation</vt:lpstr>
      <vt:lpstr>PowerPoint Presentation</vt:lpstr>
      <vt:lpstr>Introduction to Maester</vt:lpstr>
      <vt:lpstr>Introduction to Maester</vt:lpstr>
      <vt:lpstr>Maester Adoption</vt:lpstr>
      <vt:lpstr>PowerPoint Presentation</vt:lpstr>
      <vt:lpstr>PowerPoint Presentation</vt:lpstr>
      <vt:lpstr>PowerPoint Presentation</vt:lpstr>
      <vt:lpstr>The policy looked fine in the portal.</vt:lpstr>
      <vt:lpstr>PowerPoint Presentation</vt:lpstr>
      <vt:lpstr>The published baselines are already written for you</vt:lpstr>
      <vt:lpstr>PowerPoint Presentation</vt:lpstr>
      <vt:lpstr>PowerPoint Presentation</vt:lpstr>
      <vt:lpstr>Benchmarks don’t tell the whole story</vt:lpstr>
      <vt:lpstr>Things no benchmark will ever check for you</vt:lpstr>
      <vt:lpstr>PowerPoint Presentation</vt:lpstr>
      <vt:lpstr>PowerPoint Presentation</vt:lpstr>
      <vt:lpstr>If you can read this, you can write a test</vt:lpstr>
      <vt:lpstr>Let’s build one right now.</vt:lpstr>
      <vt:lpstr>PowerPoint Presentation</vt:lpstr>
      <vt:lpstr>Resiliency means more than security baselines and tenant recovery</vt:lpstr>
      <vt:lpstr>Your Next Steps</vt:lpstr>
      <vt:lpstr>Monitoring for the intent and resiliency of your policies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Erde</cp:lastModifiedBy>
  <cp:revision>1</cp:revision>
  <dcterms:created xsi:type="dcterms:W3CDTF">2025-07-08T14:43:35Z</dcterms:created>
  <dcterms:modified xsi:type="dcterms:W3CDTF">2026-09-10T17:27:28Z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0x01010054C9ACB984FC3040A01FF5DFD20C78EF</vt:lpwstr>
  </property>
  <property fmtid="{D5CDD505-2E9C-101B-9397-08002B2CF9AE}" pid="3" name="Order">
    <vt:r8>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a41b4a8f-68f6-498e-8776-bfd49d0664cb_Enabled">
    <vt:lpwstr>true</vt:lpwstr>
  </property>
  <property fmtid="{D5CDD505-2E9C-101B-9397-08002B2CF9AE}" pid="10" name="MSIP_Label_a41b4a8f-68f6-498e-8776-bfd49d0664cb_SetDate">
    <vt:lpwstr>2022-09-20T14:03:45Z</vt:lpwstr>
  </property>
  <property fmtid="{D5CDD505-2E9C-101B-9397-08002B2CF9AE}" pid="11" name="MSIP_Label_a41b4a8f-68f6-498e-8776-bfd49d0664cb_Method">
    <vt:lpwstr>Standard</vt:lpwstr>
  </property>
  <property fmtid="{D5CDD505-2E9C-101B-9397-08002B2CF9AE}" pid="12" name="MSIP_Label_a41b4a8f-68f6-498e-8776-bfd49d0664cb_Name">
    <vt:lpwstr>General</vt:lpwstr>
  </property>
  <property fmtid="{D5CDD505-2E9C-101B-9397-08002B2CF9AE}" pid="13" name="MSIP_Label_a41b4a8f-68f6-498e-8776-bfd49d0664cb_SiteId">
    <vt:lpwstr>994bd4e1-7504-4e39-9891-48149b5eccf2</vt:lpwstr>
  </property>
  <property fmtid="{D5CDD505-2E9C-101B-9397-08002B2CF9AE}" pid="14" name="MSIP_Label_a41b4a8f-68f6-498e-8776-bfd49d0664cb_ActionId">
    <vt:lpwstr>45d257ec-5bea-4d50-b81d-a55c594eed87</vt:lpwstr>
  </property>
  <property fmtid="{D5CDD505-2E9C-101B-9397-08002B2CF9AE}" pid="15" name="MSIP_Label_a41b4a8f-68f6-498e-8776-bfd49d0664cb_ContentBits">
    <vt:lpwstr>0</vt:lpwstr>
  </property>
</Properties>
</file>